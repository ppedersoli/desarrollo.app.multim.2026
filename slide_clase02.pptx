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798746-B185-48EB-98D0-42902717CC09}" type="doc">
      <dgm:prSet loTypeId="urn:microsoft.com/office/officeart/2005/8/layout/lProcess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392E690B-4135-4D06-A1F5-852404DBAB61}">
      <dgm:prSet phldrT="[Texto]" phldr="0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AR" dirty="0" err="1"/>
            <a:t>modulo_app</a:t>
          </a:r>
          <a:r>
            <a:rPr lang="es-AR" dirty="0"/>
            <a:t>()</a:t>
          </a:r>
        </a:p>
      </dgm:t>
    </dgm:pt>
    <dgm:pt modelId="{91462D96-A9CC-4F7B-B242-9B8A5714E7F5}" type="parTrans" cxnId="{139F8FEB-2512-4DEB-86F7-A82984C71DE4}">
      <dgm:prSet/>
      <dgm:spPr/>
      <dgm:t>
        <a:bodyPr/>
        <a:lstStyle/>
        <a:p>
          <a:endParaRPr lang="es-AR"/>
        </a:p>
      </dgm:t>
    </dgm:pt>
    <dgm:pt modelId="{8E4642CD-05D9-4258-BD4B-BDAC861E7A88}" type="sibTrans" cxnId="{139F8FEB-2512-4DEB-86F7-A82984C71DE4}">
      <dgm:prSet/>
      <dgm:spPr/>
      <dgm:t>
        <a:bodyPr/>
        <a:lstStyle/>
        <a:p>
          <a:endParaRPr lang="es-AR"/>
        </a:p>
      </dgm:t>
    </dgm:pt>
    <dgm:pt modelId="{6B9664DB-2914-4B77-8F0A-F644ED4CF6A5}">
      <dgm:prSet phldrT="[Texto]" phldr="0"/>
      <dgm:spPr/>
      <dgm:t>
        <a:bodyPr/>
        <a:lstStyle/>
        <a:p>
          <a:r>
            <a:rPr lang="es-AR" dirty="0"/>
            <a:t>Datos :: atributos</a:t>
          </a:r>
        </a:p>
      </dgm:t>
    </dgm:pt>
    <dgm:pt modelId="{93CACFCC-642F-4EA4-AE33-4517D0243FE6}" type="parTrans" cxnId="{E0A4F978-F109-4B9F-A285-2C9619FFB593}">
      <dgm:prSet/>
      <dgm:spPr/>
      <dgm:t>
        <a:bodyPr/>
        <a:lstStyle/>
        <a:p>
          <a:endParaRPr lang="es-AR"/>
        </a:p>
      </dgm:t>
    </dgm:pt>
    <dgm:pt modelId="{F8582FF0-AA8A-48D2-A6F5-95D1B7BC393B}" type="sibTrans" cxnId="{E0A4F978-F109-4B9F-A285-2C9619FFB593}">
      <dgm:prSet/>
      <dgm:spPr/>
      <dgm:t>
        <a:bodyPr/>
        <a:lstStyle/>
        <a:p>
          <a:endParaRPr lang="es-AR"/>
        </a:p>
      </dgm:t>
    </dgm:pt>
    <dgm:pt modelId="{8C4674C7-7C73-4333-AEDB-55489A2FE411}">
      <dgm:prSet phldrT="[Texto]" phldr="0"/>
      <dgm:spPr/>
      <dgm:t>
        <a:bodyPr/>
        <a:lstStyle/>
        <a:p>
          <a:r>
            <a:rPr lang="es-AR" dirty="0"/>
            <a:t>Rutinas :: métodos</a:t>
          </a:r>
        </a:p>
      </dgm:t>
    </dgm:pt>
    <dgm:pt modelId="{BBAABF6C-C897-4EA5-9032-B1A65C573C58}" type="parTrans" cxnId="{4CC4EA15-AADF-4A25-AC46-FDE4E55E4945}">
      <dgm:prSet/>
      <dgm:spPr/>
      <dgm:t>
        <a:bodyPr/>
        <a:lstStyle/>
        <a:p>
          <a:endParaRPr lang="es-AR"/>
        </a:p>
      </dgm:t>
    </dgm:pt>
    <dgm:pt modelId="{3F57A75B-0CFF-47A0-AFD0-8D4F890E34C1}" type="sibTrans" cxnId="{4CC4EA15-AADF-4A25-AC46-FDE4E55E4945}">
      <dgm:prSet/>
      <dgm:spPr/>
      <dgm:t>
        <a:bodyPr/>
        <a:lstStyle/>
        <a:p>
          <a:endParaRPr lang="es-AR"/>
        </a:p>
      </dgm:t>
    </dgm:pt>
    <dgm:pt modelId="{7A434D6C-1560-4895-8C0D-A0CA5B344FDA}">
      <dgm:prSet phldrT="[Texto]" phldr="0"/>
      <dgm:spPr/>
      <dgm:t>
        <a:bodyPr/>
        <a:lstStyle/>
        <a:p>
          <a:r>
            <a:rPr lang="es-AR" dirty="0" err="1"/>
            <a:t>Otro_mod</a:t>
          </a:r>
          <a:r>
            <a:rPr lang="es-AR" dirty="0"/>
            <a:t>()</a:t>
          </a:r>
        </a:p>
      </dgm:t>
    </dgm:pt>
    <dgm:pt modelId="{D958DA4A-E746-4F48-92DA-22F2A9CFBD99}" type="parTrans" cxnId="{A0873398-22C4-4092-B6C0-36D02D6254CD}">
      <dgm:prSet/>
      <dgm:spPr/>
      <dgm:t>
        <a:bodyPr/>
        <a:lstStyle/>
        <a:p>
          <a:endParaRPr lang="es-AR"/>
        </a:p>
      </dgm:t>
    </dgm:pt>
    <dgm:pt modelId="{EA2D0722-E6D9-45D0-A0DA-C289B601840D}" type="sibTrans" cxnId="{A0873398-22C4-4092-B6C0-36D02D6254CD}">
      <dgm:prSet/>
      <dgm:spPr/>
      <dgm:t>
        <a:bodyPr/>
        <a:lstStyle/>
        <a:p>
          <a:endParaRPr lang="es-AR"/>
        </a:p>
      </dgm:t>
    </dgm:pt>
    <dgm:pt modelId="{74F8204A-18EB-4088-8ADC-3F1689D5AC4C}">
      <dgm:prSet phldrT="[Texto]" phldr="1"/>
      <dgm:spPr/>
      <dgm:t>
        <a:bodyPr/>
        <a:lstStyle/>
        <a:p>
          <a:endParaRPr lang="es-AR"/>
        </a:p>
      </dgm:t>
    </dgm:pt>
    <dgm:pt modelId="{BDCD9D4D-6AA3-4F3F-9AC2-73596AC986CB}" type="parTrans" cxnId="{F5C72E06-144E-40C5-9FEC-75997F0E2312}">
      <dgm:prSet/>
      <dgm:spPr/>
      <dgm:t>
        <a:bodyPr/>
        <a:lstStyle/>
        <a:p>
          <a:endParaRPr lang="es-AR"/>
        </a:p>
      </dgm:t>
    </dgm:pt>
    <dgm:pt modelId="{0B75E995-EF3F-4DCD-92F9-7A791D29D6B6}" type="sibTrans" cxnId="{F5C72E06-144E-40C5-9FEC-75997F0E2312}">
      <dgm:prSet/>
      <dgm:spPr/>
      <dgm:t>
        <a:bodyPr/>
        <a:lstStyle/>
        <a:p>
          <a:endParaRPr lang="es-AR"/>
        </a:p>
      </dgm:t>
    </dgm:pt>
    <dgm:pt modelId="{24086020-F527-4D4D-AFB3-44F2C985D494}">
      <dgm:prSet phldrT="[Texto]" phldr="1"/>
      <dgm:spPr/>
      <dgm:t>
        <a:bodyPr/>
        <a:lstStyle/>
        <a:p>
          <a:endParaRPr lang="es-AR"/>
        </a:p>
      </dgm:t>
    </dgm:pt>
    <dgm:pt modelId="{6C4E47DB-0C21-4EEA-84BE-91ED01D2BBCB}" type="parTrans" cxnId="{90F2E7FE-CC2F-4D0F-9B6E-5F9081152B53}">
      <dgm:prSet/>
      <dgm:spPr/>
      <dgm:t>
        <a:bodyPr/>
        <a:lstStyle/>
        <a:p>
          <a:endParaRPr lang="es-AR"/>
        </a:p>
      </dgm:t>
    </dgm:pt>
    <dgm:pt modelId="{D1D200A2-F24B-4109-A56F-252A03AC4DAA}" type="sibTrans" cxnId="{90F2E7FE-CC2F-4D0F-9B6E-5F9081152B53}">
      <dgm:prSet/>
      <dgm:spPr/>
      <dgm:t>
        <a:bodyPr/>
        <a:lstStyle/>
        <a:p>
          <a:endParaRPr lang="es-AR"/>
        </a:p>
      </dgm:t>
    </dgm:pt>
    <dgm:pt modelId="{67ACB201-2EE4-4304-80B5-8D013466623B}">
      <dgm:prSet phldrT="[Texto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s-AR" dirty="0" err="1"/>
            <a:t>Ultimo_mod</a:t>
          </a:r>
          <a:r>
            <a:rPr lang="es-AR" dirty="0"/>
            <a:t>()</a:t>
          </a:r>
        </a:p>
      </dgm:t>
    </dgm:pt>
    <dgm:pt modelId="{87466AED-BD2C-47BE-9097-790A3C86AE2F}" type="parTrans" cxnId="{5ABF7ECC-0C99-4278-AE56-3C154860688C}">
      <dgm:prSet/>
      <dgm:spPr/>
      <dgm:t>
        <a:bodyPr/>
        <a:lstStyle/>
        <a:p>
          <a:endParaRPr lang="es-AR"/>
        </a:p>
      </dgm:t>
    </dgm:pt>
    <dgm:pt modelId="{C47E742A-41C1-48B3-B6DC-83DACC9A9199}" type="sibTrans" cxnId="{5ABF7ECC-0C99-4278-AE56-3C154860688C}">
      <dgm:prSet/>
      <dgm:spPr/>
      <dgm:t>
        <a:bodyPr/>
        <a:lstStyle/>
        <a:p>
          <a:endParaRPr lang="es-AR"/>
        </a:p>
      </dgm:t>
    </dgm:pt>
    <dgm:pt modelId="{C69B6974-5734-45A2-9DBE-ED8375A37AE5}">
      <dgm:prSet phldrT="[Texto]" phldr="1"/>
      <dgm:spPr/>
      <dgm:t>
        <a:bodyPr/>
        <a:lstStyle/>
        <a:p>
          <a:endParaRPr lang="es-AR"/>
        </a:p>
      </dgm:t>
    </dgm:pt>
    <dgm:pt modelId="{59A43162-88A2-4B33-ACAA-63DFC74DBC0B}" type="parTrans" cxnId="{5E916F48-4D7E-4306-AC10-39BB4B6D8415}">
      <dgm:prSet/>
      <dgm:spPr/>
      <dgm:t>
        <a:bodyPr/>
        <a:lstStyle/>
        <a:p>
          <a:endParaRPr lang="es-AR"/>
        </a:p>
      </dgm:t>
    </dgm:pt>
    <dgm:pt modelId="{F0598FBE-EE24-4368-855A-86D7E212A138}" type="sibTrans" cxnId="{5E916F48-4D7E-4306-AC10-39BB4B6D8415}">
      <dgm:prSet/>
      <dgm:spPr/>
      <dgm:t>
        <a:bodyPr/>
        <a:lstStyle/>
        <a:p>
          <a:endParaRPr lang="es-AR"/>
        </a:p>
      </dgm:t>
    </dgm:pt>
    <dgm:pt modelId="{47EB1B49-82F8-43D2-9561-75D821F62F35}">
      <dgm:prSet phldrT="[Texto]" phldr="1"/>
      <dgm:spPr/>
      <dgm:t>
        <a:bodyPr/>
        <a:lstStyle/>
        <a:p>
          <a:endParaRPr lang="es-AR"/>
        </a:p>
      </dgm:t>
    </dgm:pt>
    <dgm:pt modelId="{005A531B-2607-4E85-BF13-FB523B78228D}" type="parTrans" cxnId="{E0194D5F-B6C1-4B86-BAD9-58FA86FB8FE7}">
      <dgm:prSet/>
      <dgm:spPr/>
      <dgm:t>
        <a:bodyPr/>
        <a:lstStyle/>
        <a:p>
          <a:endParaRPr lang="es-AR"/>
        </a:p>
      </dgm:t>
    </dgm:pt>
    <dgm:pt modelId="{A5F6347C-68DF-4E8A-991C-780F6AF04745}" type="sibTrans" cxnId="{E0194D5F-B6C1-4B86-BAD9-58FA86FB8FE7}">
      <dgm:prSet/>
      <dgm:spPr/>
      <dgm:t>
        <a:bodyPr/>
        <a:lstStyle/>
        <a:p>
          <a:endParaRPr lang="es-AR"/>
        </a:p>
      </dgm:t>
    </dgm:pt>
    <dgm:pt modelId="{C58822B2-298B-4103-86A1-F6A56CC7714B}" type="pres">
      <dgm:prSet presAssocID="{BF798746-B185-48EB-98D0-42902717CC09}" presName="theList" presStyleCnt="0">
        <dgm:presLayoutVars>
          <dgm:dir/>
          <dgm:animLvl val="lvl"/>
          <dgm:resizeHandles val="exact"/>
        </dgm:presLayoutVars>
      </dgm:prSet>
      <dgm:spPr/>
    </dgm:pt>
    <dgm:pt modelId="{0B629F26-5B2F-44D0-B882-43558621F501}" type="pres">
      <dgm:prSet presAssocID="{392E690B-4135-4D06-A1F5-852404DBAB61}" presName="compNode" presStyleCnt="0"/>
      <dgm:spPr/>
    </dgm:pt>
    <dgm:pt modelId="{613F4403-B7B0-4134-BE44-8699EFBF9163}" type="pres">
      <dgm:prSet presAssocID="{392E690B-4135-4D06-A1F5-852404DBAB61}" presName="aNode" presStyleLbl="bgShp" presStyleIdx="0" presStyleCnt="3"/>
      <dgm:spPr/>
    </dgm:pt>
    <dgm:pt modelId="{16C0885F-168C-4481-8303-DDD211AEF827}" type="pres">
      <dgm:prSet presAssocID="{392E690B-4135-4D06-A1F5-852404DBAB61}" presName="textNode" presStyleLbl="bgShp" presStyleIdx="0" presStyleCnt="3"/>
      <dgm:spPr/>
    </dgm:pt>
    <dgm:pt modelId="{6ECFB60F-F57A-4ADF-A708-F71F32238772}" type="pres">
      <dgm:prSet presAssocID="{392E690B-4135-4D06-A1F5-852404DBAB61}" presName="compChildNode" presStyleCnt="0"/>
      <dgm:spPr/>
    </dgm:pt>
    <dgm:pt modelId="{1ECCA25F-5220-4C2C-9395-4035EE195DB8}" type="pres">
      <dgm:prSet presAssocID="{392E690B-4135-4D06-A1F5-852404DBAB61}" presName="theInnerList" presStyleCnt="0"/>
      <dgm:spPr/>
    </dgm:pt>
    <dgm:pt modelId="{B76E8DC4-508E-4D04-8CB8-0D8F06F63F1F}" type="pres">
      <dgm:prSet presAssocID="{6B9664DB-2914-4B77-8F0A-F644ED4CF6A5}" presName="childNode" presStyleLbl="node1" presStyleIdx="0" presStyleCnt="6" custScaleX="65266" custScaleY="44452">
        <dgm:presLayoutVars>
          <dgm:bulletEnabled val="1"/>
        </dgm:presLayoutVars>
      </dgm:prSet>
      <dgm:spPr/>
    </dgm:pt>
    <dgm:pt modelId="{8D7E9ADD-45E1-4D1C-9F8E-6FD6F56C2FFF}" type="pres">
      <dgm:prSet presAssocID="{6B9664DB-2914-4B77-8F0A-F644ED4CF6A5}" presName="aSpace2" presStyleCnt="0"/>
      <dgm:spPr/>
    </dgm:pt>
    <dgm:pt modelId="{88B8C83A-450E-4047-961C-2B0B57EC5219}" type="pres">
      <dgm:prSet presAssocID="{8C4674C7-7C73-4333-AEDB-55489A2FE411}" presName="childNode" presStyleLbl="node1" presStyleIdx="1" presStyleCnt="6" custScaleY="32279">
        <dgm:presLayoutVars>
          <dgm:bulletEnabled val="1"/>
        </dgm:presLayoutVars>
      </dgm:prSet>
      <dgm:spPr/>
    </dgm:pt>
    <dgm:pt modelId="{21383D7F-60FB-40E9-8358-EC1244DA7C6B}" type="pres">
      <dgm:prSet presAssocID="{392E690B-4135-4D06-A1F5-852404DBAB61}" presName="aSpace" presStyleCnt="0"/>
      <dgm:spPr/>
    </dgm:pt>
    <dgm:pt modelId="{3DC48771-FDE7-4F99-A359-B2A02BF0371E}" type="pres">
      <dgm:prSet presAssocID="{7A434D6C-1560-4895-8C0D-A0CA5B344FDA}" presName="compNode" presStyleCnt="0"/>
      <dgm:spPr/>
    </dgm:pt>
    <dgm:pt modelId="{E94B7F0F-D2EC-4672-BEE7-F8B6E0BB5C99}" type="pres">
      <dgm:prSet presAssocID="{7A434D6C-1560-4895-8C0D-A0CA5B344FDA}" presName="aNode" presStyleLbl="bgShp" presStyleIdx="1" presStyleCnt="3"/>
      <dgm:spPr/>
    </dgm:pt>
    <dgm:pt modelId="{9409FA75-2C4E-45B4-93B4-9BDD4366C867}" type="pres">
      <dgm:prSet presAssocID="{7A434D6C-1560-4895-8C0D-A0CA5B344FDA}" presName="textNode" presStyleLbl="bgShp" presStyleIdx="1" presStyleCnt="3"/>
      <dgm:spPr/>
    </dgm:pt>
    <dgm:pt modelId="{08FD6DA6-B59E-4593-A8E4-51438C3387D3}" type="pres">
      <dgm:prSet presAssocID="{7A434D6C-1560-4895-8C0D-A0CA5B344FDA}" presName="compChildNode" presStyleCnt="0"/>
      <dgm:spPr/>
    </dgm:pt>
    <dgm:pt modelId="{5E4CB27E-B705-4E95-A814-C7C85F53CC92}" type="pres">
      <dgm:prSet presAssocID="{7A434D6C-1560-4895-8C0D-A0CA5B344FDA}" presName="theInnerList" presStyleCnt="0"/>
      <dgm:spPr/>
    </dgm:pt>
    <dgm:pt modelId="{A9FB81CC-106B-4473-BCEE-0E94D0622140}" type="pres">
      <dgm:prSet presAssocID="{74F8204A-18EB-4088-8ADC-3F1689D5AC4C}" presName="childNode" presStyleLbl="node1" presStyleIdx="2" presStyleCnt="6">
        <dgm:presLayoutVars>
          <dgm:bulletEnabled val="1"/>
        </dgm:presLayoutVars>
      </dgm:prSet>
      <dgm:spPr/>
    </dgm:pt>
    <dgm:pt modelId="{D595FFA6-76A9-42FB-BE2E-9C2B91D95F07}" type="pres">
      <dgm:prSet presAssocID="{74F8204A-18EB-4088-8ADC-3F1689D5AC4C}" presName="aSpace2" presStyleCnt="0"/>
      <dgm:spPr/>
    </dgm:pt>
    <dgm:pt modelId="{0641B24E-F1B3-4DF7-AD3C-E53BEB8F39CF}" type="pres">
      <dgm:prSet presAssocID="{24086020-F527-4D4D-AFB3-44F2C985D494}" presName="childNode" presStyleLbl="node1" presStyleIdx="3" presStyleCnt="6">
        <dgm:presLayoutVars>
          <dgm:bulletEnabled val="1"/>
        </dgm:presLayoutVars>
      </dgm:prSet>
      <dgm:spPr/>
    </dgm:pt>
    <dgm:pt modelId="{F7CC8A4D-E190-4E17-A65B-2B171C864A8B}" type="pres">
      <dgm:prSet presAssocID="{7A434D6C-1560-4895-8C0D-A0CA5B344FDA}" presName="aSpace" presStyleCnt="0"/>
      <dgm:spPr/>
    </dgm:pt>
    <dgm:pt modelId="{057303A5-55E8-47E5-8CB4-D42DB2BF202C}" type="pres">
      <dgm:prSet presAssocID="{67ACB201-2EE4-4304-80B5-8D013466623B}" presName="compNode" presStyleCnt="0"/>
      <dgm:spPr/>
    </dgm:pt>
    <dgm:pt modelId="{BD804C84-8F03-4D83-A23C-3DAB33A28C3F}" type="pres">
      <dgm:prSet presAssocID="{67ACB201-2EE4-4304-80B5-8D013466623B}" presName="aNode" presStyleLbl="bgShp" presStyleIdx="2" presStyleCnt="3"/>
      <dgm:spPr/>
    </dgm:pt>
    <dgm:pt modelId="{8B347DC2-3FA3-4C19-A07E-E02F41F3A765}" type="pres">
      <dgm:prSet presAssocID="{67ACB201-2EE4-4304-80B5-8D013466623B}" presName="textNode" presStyleLbl="bgShp" presStyleIdx="2" presStyleCnt="3"/>
      <dgm:spPr/>
    </dgm:pt>
    <dgm:pt modelId="{5D8CA5B6-FE19-492E-9F5A-C8AEADFA0A4C}" type="pres">
      <dgm:prSet presAssocID="{67ACB201-2EE4-4304-80B5-8D013466623B}" presName="compChildNode" presStyleCnt="0"/>
      <dgm:spPr/>
    </dgm:pt>
    <dgm:pt modelId="{F1C5D522-FF2E-4A99-A9AF-517CDEB6DFA9}" type="pres">
      <dgm:prSet presAssocID="{67ACB201-2EE4-4304-80B5-8D013466623B}" presName="theInnerList" presStyleCnt="0"/>
      <dgm:spPr/>
    </dgm:pt>
    <dgm:pt modelId="{2AA493F3-66AC-4AA1-A14E-BC7544EB5183}" type="pres">
      <dgm:prSet presAssocID="{C69B6974-5734-45A2-9DBE-ED8375A37AE5}" presName="childNode" presStyleLbl="node1" presStyleIdx="4" presStyleCnt="6">
        <dgm:presLayoutVars>
          <dgm:bulletEnabled val="1"/>
        </dgm:presLayoutVars>
      </dgm:prSet>
      <dgm:spPr/>
    </dgm:pt>
    <dgm:pt modelId="{008FD954-5D09-4457-920A-53176BE85F3D}" type="pres">
      <dgm:prSet presAssocID="{C69B6974-5734-45A2-9DBE-ED8375A37AE5}" presName="aSpace2" presStyleCnt="0"/>
      <dgm:spPr/>
    </dgm:pt>
    <dgm:pt modelId="{9475108C-3A86-4DB4-BC07-3A35D262D11D}" type="pres">
      <dgm:prSet presAssocID="{47EB1B49-82F8-43D2-9561-75D821F62F35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B24B5902-F66F-43E4-9619-A768E0A5F064}" type="presOf" srcId="{7A434D6C-1560-4895-8C0D-A0CA5B344FDA}" destId="{9409FA75-2C4E-45B4-93B4-9BDD4366C867}" srcOrd="1" destOrd="0" presId="urn:microsoft.com/office/officeart/2005/8/layout/lProcess2"/>
    <dgm:cxn modelId="{F5C72E06-144E-40C5-9FEC-75997F0E2312}" srcId="{7A434D6C-1560-4895-8C0D-A0CA5B344FDA}" destId="{74F8204A-18EB-4088-8ADC-3F1689D5AC4C}" srcOrd="0" destOrd="0" parTransId="{BDCD9D4D-6AA3-4F3F-9AC2-73596AC986CB}" sibTransId="{0B75E995-EF3F-4DCD-92F9-7A791D29D6B6}"/>
    <dgm:cxn modelId="{4CC4EA15-AADF-4A25-AC46-FDE4E55E4945}" srcId="{392E690B-4135-4D06-A1F5-852404DBAB61}" destId="{8C4674C7-7C73-4333-AEDB-55489A2FE411}" srcOrd="1" destOrd="0" parTransId="{BBAABF6C-C897-4EA5-9032-B1A65C573C58}" sibTransId="{3F57A75B-0CFF-47A0-AFD0-8D4F890E34C1}"/>
    <dgm:cxn modelId="{82DBFC24-E103-45D7-AB7D-FE321042C745}" type="presOf" srcId="{47EB1B49-82F8-43D2-9561-75D821F62F35}" destId="{9475108C-3A86-4DB4-BC07-3A35D262D11D}" srcOrd="0" destOrd="0" presId="urn:microsoft.com/office/officeart/2005/8/layout/lProcess2"/>
    <dgm:cxn modelId="{98098030-545A-4236-B44B-403347EFAFA0}" type="presOf" srcId="{74F8204A-18EB-4088-8ADC-3F1689D5AC4C}" destId="{A9FB81CC-106B-4473-BCEE-0E94D0622140}" srcOrd="0" destOrd="0" presId="urn:microsoft.com/office/officeart/2005/8/layout/lProcess2"/>
    <dgm:cxn modelId="{CCF3E05B-110B-43FB-AAE6-69D815FB9C69}" type="presOf" srcId="{8C4674C7-7C73-4333-AEDB-55489A2FE411}" destId="{88B8C83A-450E-4047-961C-2B0B57EC5219}" srcOrd="0" destOrd="0" presId="urn:microsoft.com/office/officeart/2005/8/layout/lProcess2"/>
    <dgm:cxn modelId="{9F32F75C-1982-4580-B701-0CBF0DAD1EA6}" type="presOf" srcId="{24086020-F527-4D4D-AFB3-44F2C985D494}" destId="{0641B24E-F1B3-4DF7-AD3C-E53BEB8F39CF}" srcOrd="0" destOrd="0" presId="urn:microsoft.com/office/officeart/2005/8/layout/lProcess2"/>
    <dgm:cxn modelId="{E0194D5F-B6C1-4B86-BAD9-58FA86FB8FE7}" srcId="{67ACB201-2EE4-4304-80B5-8D013466623B}" destId="{47EB1B49-82F8-43D2-9561-75D821F62F35}" srcOrd="1" destOrd="0" parTransId="{005A531B-2607-4E85-BF13-FB523B78228D}" sibTransId="{A5F6347C-68DF-4E8A-991C-780F6AF04745}"/>
    <dgm:cxn modelId="{CCDC7E66-5106-46AB-BCAA-07189FB5B0A1}" type="presOf" srcId="{67ACB201-2EE4-4304-80B5-8D013466623B}" destId="{BD804C84-8F03-4D83-A23C-3DAB33A28C3F}" srcOrd="0" destOrd="0" presId="urn:microsoft.com/office/officeart/2005/8/layout/lProcess2"/>
    <dgm:cxn modelId="{5E916F48-4D7E-4306-AC10-39BB4B6D8415}" srcId="{67ACB201-2EE4-4304-80B5-8D013466623B}" destId="{C69B6974-5734-45A2-9DBE-ED8375A37AE5}" srcOrd="0" destOrd="0" parTransId="{59A43162-88A2-4B33-ACAA-63DFC74DBC0B}" sibTransId="{F0598FBE-EE24-4368-855A-86D7E212A138}"/>
    <dgm:cxn modelId="{FE0E6657-AAFF-49F5-8575-B8921B02F02D}" type="presOf" srcId="{BF798746-B185-48EB-98D0-42902717CC09}" destId="{C58822B2-298B-4103-86A1-F6A56CC7714B}" srcOrd="0" destOrd="0" presId="urn:microsoft.com/office/officeart/2005/8/layout/lProcess2"/>
    <dgm:cxn modelId="{E0A4F978-F109-4B9F-A285-2C9619FFB593}" srcId="{392E690B-4135-4D06-A1F5-852404DBAB61}" destId="{6B9664DB-2914-4B77-8F0A-F644ED4CF6A5}" srcOrd="0" destOrd="0" parTransId="{93CACFCC-642F-4EA4-AE33-4517D0243FE6}" sibTransId="{F8582FF0-AA8A-48D2-A6F5-95D1B7BC393B}"/>
    <dgm:cxn modelId="{A0873398-22C4-4092-B6C0-36D02D6254CD}" srcId="{BF798746-B185-48EB-98D0-42902717CC09}" destId="{7A434D6C-1560-4895-8C0D-A0CA5B344FDA}" srcOrd="1" destOrd="0" parTransId="{D958DA4A-E746-4F48-92DA-22F2A9CFBD99}" sibTransId="{EA2D0722-E6D9-45D0-A0DA-C289B601840D}"/>
    <dgm:cxn modelId="{25E8F198-BDAC-4816-88CB-DB8D8847D871}" type="presOf" srcId="{67ACB201-2EE4-4304-80B5-8D013466623B}" destId="{8B347DC2-3FA3-4C19-A07E-E02F41F3A765}" srcOrd="1" destOrd="0" presId="urn:microsoft.com/office/officeart/2005/8/layout/lProcess2"/>
    <dgm:cxn modelId="{4C951AA1-88B2-4292-B0DF-15E671003514}" type="presOf" srcId="{C69B6974-5734-45A2-9DBE-ED8375A37AE5}" destId="{2AA493F3-66AC-4AA1-A14E-BC7544EB5183}" srcOrd="0" destOrd="0" presId="urn:microsoft.com/office/officeart/2005/8/layout/lProcess2"/>
    <dgm:cxn modelId="{A9F18CA3-343D-4CFD-B532-8B87A076C7B6}" type="presOf" srcId="{7A434D6C-1560-4895-8C0D-A0CA5B344FDA}" destId="{E94B7F0F-D2EC-4672-BEE7-F8B6E0BB5C99}" srcOrd="0" destOrd="0" presId="urn:microsoft.com/office/officeart/2005/8/layout/lProcess2"/>
    <dgm:cxn modelId="{5ABF7ECC-0C99-4278-AE56-3C154860688C}" srcId="{BF798746-B185-48EB-98D0-42902717CC09}" destId="{67ACB201-2EE4-4304-80B5-8D013466623B}" srcOrd="2" destOrd="0" parTransId="{87466AED-BD2C-47BE-9097-790A3C86AE2F}" sibTransId="{C47E742A-41C1-48B3-B6DC-83DACC9A9199}"/>
    <dgm:cxn modelId="{E45C3FD2-42FF-41F9-92A4-E804ECAE9366}" type="presOf" srcId="{392E690B-4135-4D06-A1F5-852404DBAB61}" destId="{16C0885F-168C-4481-8303-DDD211AEF827}" srcOrd="1" destOrd="0" presId="urn:microsoft.com/office/officeart/2005/8/layout/lProcess2"/>
    <dgm:cxn modelId="{8BEE38E3-F621-412E-97C9-945ED5AA63F8}" type="presOf" srcId="{392E690B-4135-4D06-A1F5-852404DBAB61}" destId="{613F4403-B7B0-4134-BE44-8699EFBF9163}" srcOrd="0" destOrd="0" presId="urn:microsoft.com/office/officeart/2005/8/layout/lProcess2"/>
    <dgm:cxn modelId="{A49B62E8-808E-4CA1-B452-7F1BCA75AF1A}" type="presOf" srcId="{6B9664DB-2914-4B77-8F0A-F644ED4CF6A5}" destId="{B76E8DC4-508E-4D04-8CB8-0D8F06F63F1F}" srcOrd="0" destOrd="0" presId="urn:microsoft.com/office/officeart/2005/8/layout/lProcess2"/>
    <dgm:cxn modelId="{139F8FEB-2512-4DEB-86F7-A82984C71DE4}" srcId="{BF798746-B185-48EB-98D0-42902717CC09}" destId="{392E690B-4135-4D06-A1F5-852404DBAB61}" srcOrd="0" destOrd="0" parTransId="{91462D96-A9CC-4F7B-B242-9B8A5714E7F5}" sibTransId="{8E4642CD-05D9-4258-BD4B-BDAC861E7A88}"/>
    <dgm:cxn modelId="{90F2E7FE-CC2F-4D0F-9B6E-5F9081152B53}" srcId="{7A434D6C-1560-4895-8C0D-A0CA5B344FDA}" destId="{24086020-F527-4D4D-AFB3-44F2C985D494}" srcOrd="1" destOrd="0" parTransId="{6C4E47DB-0C21-4EEA-84BE-91ED01D2BBCB}" sibTransId="{D1D200A2-F24B-4109-A56F-252A03AC4DAA}"/>
    <dgm:cxn modelId="{F4DDF51C-E4D6-4D38-A995-2F801889F49B}" type="presParOf" srcId="{C58822B2-298B-4103-86A1-F6A56CC7714B}" destId="{0B629F26-5B2F-44D0-B882-43558621F501}" srcOrd="0" destOrd="0" presId="urn:microsoft.com/office/officeart/2005/8/layout/lProcess2"/>
    <dgm:cxn modelId="{29FCC1D9-B7A3-4C1B-9B25-45D52109FD56}" type="presParOf" srcId="{0B629F26-5B2F-44D0-B882-43558621F501}" destId="{613F4403-B7B0-4134-BE44-8699EFBF9163}" srcOrd="0" destOrd="0" presId="urn:microsoft.com/office/officeart/2005/8/layout/lProcess2"/>
    <dgm:cxn modelId="{9899229C-5617-4199-B49D-4D0F764B37FE}" type="presParOf" srcId="{0B629F26-5B2F-44D0-B882-43558621F501}" destId="{16C0885F-168C-4481-8303-DDD211AEF827}" srcOrd="1" destOrd="0" presId="urn:microsoft.com/office/officeart/2005/8/layout/lProcess2"/>
    <dgm:cxn modelId="{00057428-A910-432F-9D5E-61CE88D301D3}" type="presParOf" srcId="{0B629F26-5B2F-44D0-B882-43558621F501}" destId="{6ECFB60F-F57A-4ADF-A708-F71F32238772}" srcOrd="2" destOrd="0" presId="urn:microsoft.com/office/officeart/2005/8/layout/lProcess2"/>
    <dgm:cxn modelId="{65EBB55E-2584-42EB-95DA-3693B90346FC}" type="presParOf" srcId="{6ECFB60F-F57A-4ADF-A708-F71F32238772}" destId="{1ECCA25F-5220-4C2C-9395-4035EE195DB8}" srcOrd="0" destOrd="0" presId="urn:microsoft.com/office/officeart/2005/8/layout/lProcess2"/>
    <dgm:cxn modelId="{0028D2B3-A0B9-4B71-ACD0-5FFDFBA9406A}" type="presParOf" srcId="{1ECCA25F-5220-4C2C-9395-4035EE195DB8}" destId="{B76E8DC4-508E-4D04-8CB8-0D8F06F63F1F}" srcOrd="0" destOrd="0" presId="urn:microsoft.com/office/officeart/2005/8/layout/lProcess2"/>
    <dgm:cxn modelId="{B61ADB99-9008-4DDF-A335-3C2E1DE2E210}" type="presParOf" srcId="{1ECCA25F-5220-4C2C-9395-4035EE195DB8}" destId="{8D7E9ADD-45E1-4D1C-9F8E-6FD6F56C2FFF}" srcOrd="1" destOrd="0" presId="urn:microsoft.com/office/officeart/2005/8/layout/lProcess2"/>
    <dgm:cxn modelId="{47950F19-A6C2-4A48-887A-C81517AF6A29}" type="presParOf" srcId="{1ECCA25F-5220-4C2C-9395-4035EE195DB8}" destId="{88B8C83A-450E-4047-961C-2B0B57EC5219}" srcOrd="2" destOrd="0" presId="urn:microsoft.com/office/officeart/2005/8/layout/lProcess2"/>
    <dgm:cxn modelId="{AC4209D2-5264-4C0F-A6DF-BCA0CB8E9B77}" type="presParOf" srcId="{C58822B2-298B-4103-86A1-F6A56CC7714B}" destId="{21383D7F-60FB-40E9-8358-EC1244DA7C6B}" srcOrd="1" destOrd="0" presId="urn:microsoft.com/office/officeart/2005/8/layout/lProcess2"/>
    <dgm:cxn modelId="{75B121F9-55AF-4800-BBE5-91548907E880}" type="presParOf" srcId="{C58822B2-298B-4103-86A1-F6A56CC7714B}" destId="{3DC48771-FDE7-4F99-A359-B2A02BF0371E}" srcOrd="2" destOrd="0" presId="urn:microsoft.com/office/officeart/2005/8/layout/lProcess2"/>
    <dgm:cxn modelId="{367703FF-F417-42A6-AAF1-08392643CAE8}" type="presParOf" srcId="{3DC48771-FDE7-4F99-A359-B2A02BF0371E}" destId="{E94B7F0F-D2EC-4672-BEE7-F8B6E0BB5C99}" srcOrd="0" destOrd="0" presId="urn:microsoft.com/office/officeart/2005/8/layout/lProcess2"/>
    <dgm:cxn modelId="{827BF553-CCBB-4D6A-84CF-60C73FDE6C75}" type="presParOf" srcId="{3DC48771-FDE7-4F99-A359-B2A02BF0371E}" destId="{9409FA75-2C4E-45B4-93B4-9BDD4366C867}" srcOrd="1" destOrd="0" presId="urn:microsoft.com/office/officeart/2005/8/layout/lProcess2"/>
    <dgm:cxn modelId="{003C2421-BD95-42C8-9B6C-7F17C8F9198B}" type="presParOf" srcId="{3DC48771-FDE7-4F99-A359-B2A02BF0371E}" destId="{08FD6DA6-B59E-4593-A8E4-51438C3387D3}" srcOrd="2" destOrd="0" presId="urn:microsoft.com/office/officeart/2005/8/layout/lProcess2"/>
    <dgm:cxn modelId="{4364108A-70F3-4AC0-904B-5D1359DB6824}" type="presParOf" srcId="{08FD6DA6-B59E-4593-A8E4-51438C3387D3}" destId="{5E4CB27E-B705-4E95-A814-C7C85F53CC92}" srcOrd="0" destOrd="0" presId="urn:microsoft.com/office/officeart/2005/8/layout/lProcess2"/>
    <dgm:cxn modelId="{BDC12315-5263-4B1F-9505-699DBAB0CAA0}" type="presParOf" srcId="{5E4CB27E-B705-4E95-A814-C7C85F53CC92}" destId="{A9FB81CC-106B-4473-BCEE-0E94D0622140}" srcOrd="0" destOrd="0" presId="urn:microsoft.com/office/officeart/2005/8/layout/lProcess2"/>
    <dgm:cxn modelId="{72F3D86A-B6D5-4739-955E-0C4590236D25}" type="presParOf" srcId="{5E4CB27E-B705-4E95-A814-C7C85F53CC92}" destId="{D595FFA6-76A9-42FB-BE2E-9C2B91D95F07}" srcOrd="1" destOrd="0" presId="urn:microsoft.com/office/officeart/2005/8/layout/lProcess2"/>
    <dgm:cxn modelId="{8E6F772C-7464-45FB-BF8C-F461BD46D379}" type="presParOf" srcId="{5E4CB27E-B705-4E95-A814-C7C85F53CC92}" destId="{0641B24E-F1B3-4DF7-AD3C-E53BEB8F39CF}" srcOrd="2" destOrd="0" presId="urn:microsoft.com/office/officeart/2005/8/layout/lProcess2"/>
    <dgm:cxn modelId="{48023B6A-7285-4C34-B4D4-863316D90D53}" type="presParOf" srcId="{C58822B2-298B-4103-86A1-F6A56CC7714B}" destId="{F7CC8A4D-E190-4E17-A65B-2B171C864A8B}" srcOrd="3" destOrd="0" presId="urn:microsoft.com/office/officeart/2005/8/layout/lProcess2"/>
    <dgm:cxn modelId="{743FBB8A-CA6F-4E61-A689-D6B96CC21EE9}" type="presParOf" srcId="{C58822B2-298B-4103-86A1-F6A56CC7714B}" destId="{057303A5-55E8-47E5-8CB4-D42DB2BF202C}" srcOrd="4" destOrd="0" presId="urn:microsoft.com/office/officeart/2005/8/layout/lProcess2"/>
    <dgm:cxn modelId="{6DE0BAE3-6DF4-4579-83CA-1D359699509B}" type="presParOf" srcId="{057303A5-55E8-47E5-8CB4-D42DB2BF202C}" destId="{BD804C84-8F03-4D83-A23C-3DAB33A28C3F}" srcOrd="0" destOrd="0" presId="urn:microsoft.com/office/officeart/2005/8/layout/lProcess2"/>
    <dgm:cxn modelId="{EDA0FA38-5E23-431E-9379-FECE380672F3}" type="presParOf" srcId="{057303A5-55E8-47E5-8CB4-D42DB2BF202C}" destId="{8B347DC2-3FA3-4C19-A07E-E02F41F3A765}" srcOrd="1" destOrd="0" presId="urn:microsoft.com/office/officeart/2005/8/layout/lProcess2"/>
    <dgm:cxn modelId="{E62E2906-846B-4D38-9BC3-6BBF4614AEA8}" type="presParOf" srcId="{057303A5-55E8-47E5-8CB4-D42DB2BF202C}" destId="{5D8CA5B6-FE19-492E-9F5A-C8AEADFA0A4C}" srcOrd="2" destOrd="0" presId="urn:microsoft.com/office/officeart/2005/8/layout/lProcess2"/>
    <dgm:cxn modelId="{DA52DCAA-3C90-4265-B7FE-284585648071}" type="presParOf" srcId="{5D8CA5B6-FE19-492E-9F5A-C8AEADFA0A4C}" destId="{F1C5D522-FF2E-4A99-A9AF-517CDEB6DFA9}" srcOrd="0" destOrd="0" presId="urn:microsoft.com/office/officeart/2005/8/layout/lProcess2"/>
    <dgm:cxn modelId="{A5DF4B09-B0AF-45A0-A25D-32E185E3AFB1}" type="presParOf" srcId="{F1C5D522-FF2E-4A99-A9AF-517CDEB6DFA9}" destId="{2AA493F3-66AC-4AA1-A14E-BC7544EB5183}" srcOrd="0" destOrd="0" presId="urn:microsoft.com/office/officeart/2005/8/layout/lProcess2"/>
    <dgm:cxn modelId="{4AB30777-77C8-45D6-9A2A-1B9CBFAD9D28}" type="presParOf" srcId="{F1C5D522-FF2E-4A99-A9AF-517CDEB6DFA9}" destId="{008FD954-5D09-4457-920A-53176BE85F3D}" srcOrd="1" destOrd="0" presId="urn:microsoft.com/office/officeart/2005/8/layout/lProcess2"/>
    <dgm:cxn modelId="{8B93D4E3-20EE-4128-8654-0598F3C3F85E}" type="presParOf" srcId="{F1C5D522-FF2E-4A99-A9AF-517CDEB6DFA9}" destId="{9475108C-3A86-4DB4-BC07-3A35D262D11D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798746-B185-48EB-98D0-42902717CC09}" type="doc">
      <dgm:prSet loTypeId="urn:microsoft.com/office/officeart/2005/8/layout/lProcess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392E690B-4135-4D06-A1F5-852404DBAB61}">
      <dgm:prSet phldrT="[Texto]" phldr="0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AR" dirty="0" err="1"/>
            <a:t>modulo_app</a:t>
          </a:r>
          <a:r>
            <a:rPr lang="es-AR" dirty="0"/>
            <a:t>()</a:t>
          </a:r>
        </a:p>
      </dgm:t>
    </dgm:pt>
    <dgm:pt modelId="{91462D96-A9CC-4F7B-B242-9B8A5714E7F5}" type="parTrans" cxnId="{139F8FEB-2512-4DEB-86F7-A82984C71DE4}">
      <dgm:prSet/>
      <dgm:spPr/>
      <dgm:t>
        <a:bodyPr/>
        <a:lstStyle/>
        <a:p>
          <a:endParaRPr lang="es-AR"/>
        </a:p>
      </dgm:t>
    </dgm:pt>
    <dgm:pt modelId="{8E4642CD-05D9-4258-BD4B-BDAC861E7A88}" type="sibTrans" cxnId="{139F8FEB-2512-4DEB-86F7-A82984C71DE4}">
      <dgm:prSet/>
      <dgm:spPr/>
      <dgm:t>
        <a:bodyPr/>
        <a:lstStyle/>
        <a:p>
          <a:endParaRPr lang="es-AR"/>
        </a:p>
      </dgm:t>
    </dgm:pt>
    <dgm:pt modelId="{6B9664DB-2914-4B77-8F0A-F644ED4CF6A5}">
      <dgm:prSet phldrT="[Texto]" phldr="0"/>
      <dgm:spPr/>
      <dgm:t>
        <a:bodyPr/>
        <a:lstStyle/>
        <a:p>
          <a:r>
            <a:rPr lang="es-AR" dirty="0"/>
            <a:t>Datos :: atributos</a:t>
          </a:r>
        </a:p>
      </dgm:t>
    </dgm:pt>
    <dgm:pt modelId="{93CACFCC-642F-4EA4-AE33-4517D0243FE6}" type="parTrans" cxnId="{E0A4F978-F109-4B9F-A285-2C9619FFB593}">
      <dgm:prSet/>
      <dgm:spPr/>
      <dgm:t>
        <a:bodyPr/>
        <a:lstStyle/>
        <a:p>
          <a:endParaRPr lang="es-AR"/>
        </a:p>
      </dgm:t>
    </dgm:pt>
    <dgm:pt modelId="{F8582FF0-AA8A-48D2-A6F5-95D1B7BC393B}" type="sibTrans" cxnId="{E0A4F978-F109-4B9F-A285-2C9619FFB593}">
      <dgm:prSet/>
      <dgm:spPr/>
      <dgm:t>
        <a:bodyPr/>
        <a:lstStyle/>
        <a:p>
          <a:endParaRPr lang="es-AR"/>
        </a:p>
      </dgm:t>
    </dgm:pt>
    <dgm:pt modelId="{8C4674C7-7C73-4333-AEDB-55489A2FE411}">
      <dgm:prSet phldrT="[Texto]" phldr="0"/>
      <dgm:spPr/>
      <dgm:t>
        <a:bodyPr/>
        <a:lstStyle/>
        <a:p>
          <a:r>
            <a:rPr lang="es-AR" dirty="0"/>
            <a:t>Rutinas :: métodos</a:t>
          </a:r>
        </a:p>
      </dgm:t>
    </dgm:pt>
    <dgm:pt modelId="{BBAABF6C-C897-4EA5-9032-B1A65C573C58}" type="parTrans" cxnId="{4CC4EA15-AADF-4A25-AC46-FDE4E55E4945}">
      <dgm:prSet/>
      <dgm:spPr/>
      <dgm:t>
        <a:bodyPr/>
        <a:lstStyle/>
        <a:p>
          <a:endParaRPr lang="es-AR"/>
        </a:p>
      </dgm:t>
    </dgm:pt>
    <dgm:pt modelId="{3F57A75B-0CFF-47A0-AFD0-8D4F890E34C1}" type="sibTrans" cxnId="{4CC4EA15-AADF-4A25-AC46-FDE4E55E4945}">
      <dgm:prSet/>
      <dgm:spPr/>
      <dgm:t>
        <a:bodyPr/>
        <a:lstStyle/>
        <a:p>
          <a:endParaRPr lang="es-AR"/>
        </a:p>
      </dgm:t>
    </dgm:pt>
    <dgm:pt modelId="{7A434D6C-1560-4895-8C0D-A0CA5B344FDA}">
      <dgm:prSet phldrT="[Texto]" phldr="0"/>
      <dgm:spPr/>
      <dgm:t>
        <a:bodyPr/>
        <a:lstStyle/>
        <a:p>
          <a:r>
            <a:rPr lang="es-AR" dirty="0" err="1"/>
            <a:t>Otro_mod</a:t>
          </a:r>
          <a:r>
            <a:rPr lang="es-AR" dirty="0"/>
            <a:t>()</a:t>
          </a:r>
        </a:p>
      </dgm:t>
    </dgm:pt>
    <dgm:pt modelId="{D958DA4A-E746-4F48-92DA-22F2A9CFBD99}" type="parTrans" cxnId="{A0873398-22C4-4092-B6C0-36D02D6254CD}">
      <dgm:prSet/>
      <dgm:spPr/>
      <dgm:t>
        <a:bodyPr/>
        <a:lstStyle/>
        <a:p>
          <a:endParaRPr lang="es-AR"/>
        </a:p>
      </dgm:t>
    </dgm:pt>
    <dgm:pt modelId="{EA2D0722-E6D9-45D0-A0DA-C289B601840D}" type="sibTrans" cxnId="{A0873398-22C4-4092-B6C0-36D02D6254CD}">
      <dgm:prSet/>
      <dgm:spPr/>
      <dgm:t>
        <a:bodyPr/>
        <a:lstStyle/>
        <a:p>
          <a:endParaRPr lang="es-AR"/>
        </a:p>
      </dgm:t>
    </dgm:pt>
    <dgm:pt modelId="{74F8204A-18EB-4088-8ADC-3F1689D5AC4C}">
      <dgm:prSet phldrT="[Texto]" phldr="1"/>
      <dgm:spPr/>
      <dgm:t>
        <a:bodyPr/>
        <a:lstStyle/>
        <a:p>
          <a:endParaRPr lang="es-AR"/>
        </a:p>
      </dgm:t>
    </dgm:pt>
    <dgm:pt modelId="{BDCD9D4D-6AA3-4F3F-9AC2-73596AC986CB}" type="parTrans" cxnId="{F5C72E06-144E-40C5-9FEC-75997F0E2312}">
      <dgm:prSet/>
      <dgm:spPr/>
      <dgm:t>
        <a:bodyPr/>
        <a:lstStyle/>
        <a:p>
          <a:endParaRPr lang="es-AR"/>
        </a:p>
      </dgm:t>
    </dgm:pt>
    <dgm:pt modelId="{0B75E995-EF3F-4DCD-92F9-7A791D29D6B6}" type="sibTrans" cxnId="{F5C72E06-144E-40C5-9FEC-75997F0E2312}">
      <dgm:prSet/>
      <dgm:spPr/>
      <dgm:t>
        <a:bodyPr/>
        <a:lstStyle/>
        <a:p>
          <a:endParaRPr lang="es-AR"/>
        </a:p>
      </dgm:t>
    </dgm:pt>
    <dgm:pt modelId="{24086020-F527-4D4D-AFB3-44F2C985D494}">
      <dgm:prSet phldrT="[Texto]" phldr="1"/>
      <dgm:spPr/>
      <dgm:t>
        <a:bodyPr/>
        <a:lstStyle/>
        <a:p>
          <a:endParaRPr lang="es-AR"/>
        </a:p>
      </dgm:t>
    </dgm:pt>
    <dgm:pt modelId="{6C4E47DB-0C21-4EEA-84BE-91ED01D2BBCB}" type="parTrans" cxnId="{90F2E7FE-CC2F-4D0F-9B6E-5F9081152B53}">
      <dgm:prSet/>
      <dgm:spPr/>
      <dgm:t>
        <a:bodyPr/>
        <a:lstStyle/>
        <a:p>
          <a:endParaRPr lang="es-AR"/>
        </a:p>
      </dgm:t>
    </dgm:pt>
    <dgm:pt modelId="{D1D200A2-F24B-4109-A56F-252A03AC4DAA}" type="sibTrans" cxnId="{90F2E7FE-CC2F-4D0F-9B6E-5F9081152B53}">
      <dgm:prSet/>
      <dgm:spPr/>
      <dgm:t>
        <a:bodyPr/>
        <a:lstStyle/>
        <a:p>
          <a:endParaRPr lang="es-AR"/>
        </a:p>
      </dgm:t>
    </dgm:pt>
    <dgm:pt modelId="{67ACB201-2EE4-4304-80B5-8D013466623B}">
      <dgm:prSet phldrT="[Texto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s-AR" dirty="0" err="1"/>
            <a:t>Ultimo_mod</a:t>
          </a:r>
          <a:r>
            <a:rPr lang="es-AR" dirty="0"/>
            <a:t>()</a:t>
          </a:r>
        </a:p>
      </dgm:t>
    </dgm:pt>
    <dgm:pt modelId="{87466AED-BD2C-47BE-9097-790A3C86AE2F}" type="parTrans" cxnId="{5ABF7ECC-0C99-4278-AE56-3C154860688C}">
      <dgm:prSet/>
      <dgm:spPr/>
      <dgm:t>
        <a:bodyPr/>
        <a:lstStyle/>
        <a:p>
          <a:endParaRPr lang="es-AR"/>
        </a:p>
      </dgm:t>
    </dgm:pt>
    <dgm:pt modelId="{C47E742A-41C1-48B3-B6DC-83DACC9A9199}" type="sibTrans" cxnId="{5ABF7ECC-0C99-4278-AE56-3C154860688C}">
      <dgm:prSet/>
      <dgm:spPr/>
      <dgm:t>
        <a:bodyPr/>
        <a:lstStyle/>
        <a:p>
          <a:endParaRPr lang="es-AR"/>
        </a:p>
      </dgm:t>
    </dgm:pt>
    <dgm:pt modelId="{C69B6974-5734-45A2-9DBE-ED8375A37AE5}">
      <dgm:prSet phldrT="[Texto]" phldr="1"/>
      <dgm:spPr/>
      <dgm:t>
        <a:bodyPr/>
        <a:lstStyle/>
        <a:p>
          <a:endParaRPr lang="es-AR"/>
        </a:p>
      </dgm:t>
    </dgm:pt>
    <dgm:pt modelId="{59A43162-88A2-4B33-ACAA-63DFC74DBC0B}" type="parTrans" cxnId="{5E916F48-4D7E-4306-AC10-39BB4B6D8415}">
      <dgm:prSet/>
      <dgm:spPr/>
      <dgm:t>
        <a:bodyPr/>
        <a:lstStyle/>
        <a:p>
          <a:endParaRPr lang="es-AR"/>
        </a:p>
      </dgm:t>
    </dgm:pt>
    <dgm:pt modelId="{F0598FBE-EE24-4368-855A-86D7E212A138}" type="sibTrans" cxnId="{5E916F48-4D7E-4306-AC10-39BB4B6D8415}">
      <dgm:prSet/>
      <dgm:spPr/>
      <dgm:t>
        <a:bodyPr/>
        <a:lstStyle/>
        <a:p>
          <a:endParaRPr lang="es-AR"/>
        </a:p>
      </dgm:t>
    </dgm:pt>
    <dgm:pt modelId="{47EB1B49-82F8-43D2-9561-75D821F62F35}">
      <dgm:prSet phldrT="[Texto]" phldr="1"/>
      <dgm:spPr/>
      <dgm:t>
        <a:bodyPr/>
        <a:lstStyle/>
        <a:p>
          <a:endParaRPr lang="es-AR"/>
        </a:p>
      </dgm:t>
    </dgm:pt>
    <dgm:pt modelId="{005A531B-2607-4E85-BF13-FB523B78228D}" type="parTrans" cxnId="{E0194D5F-B6C1-4B86-BAD9-58FA86FB8FE7}">
      <dgm:prSet/>
      <dgm:spPr/>
      <dgm:t>
        <a:bodyPr/>
        <a:lstStyle/>
        <a:p>
          <a:endParaRPr lang="es-AR"/>
        </a:p>
      </dgm:t>
    </dgm:pt>
    <dgm:pt modelId="{A5F6347C-68DF-4E8A-991C-780F6AF04745}" type="sibTrans" cxnId="{E0194D5F-B6C1-4B86-BAD9-58FA86FB8FE7}">
      <dgm:prSet/>
      <dgm:spPr/>
      <dgm:t>
        <a:bodyPr/>
        <a:lstStyle/>
        <a:p>
          <a:endParaRPr lang="es-AR"/>
        </a:p>
      </dgm:t>
    </dgm:pt>
    <dgm:pt modelId="{C58822B2-298B-4103-86A1-F6A56CC7714B}" type="pres">
      <dgm:prSet presAssocID="{BF798746-B185-48EB-98D0-42902717CC09}" presName="theList" presStyleCnt="0">
        <dgm:presLayoutVars>
          <dgm:dir/>
          <dgm:animLvl val="lvl"/>
          <dgm:resizeHandles val="exact"/>
        </dgm:presLayoutVars>
      </dgm:prSet>
      <dgm:spPr/>
    </dgm:pt>
    <dgm:pt modelId="{0B629F26-5B2F-44D0-B882-43558621F501}" type="pres">
      <dgm:prSet presAssocID="{392E690B-4135-4D06-A1F5-852404DBAB61}" presName="compNode" presStyleCnt="0"/>
      <dgm:spPr/>
    </dgm:pt>
    <dgm:pt modelId="{613F4403-B7B0-4134-BE44-8699EFBF9163}" type="pres">
      <dgm:prSet presAssocID="{392E690B-4135-4D06-A1F5-852404DBAB61}" presName="aNode" presStyleLbl="bgShp" presStyleIdx="0" presStyleCnt="3"/>
      <dgm:spPr/>
    </dgm:pt>
    <dgm:pt modelId="{16C0885F-168C-4481-8303-DDD211AEF827}" type="pres">
      <dgm:prSet presAssocID="{392E690B-4135-4D06-A1F5-852404DBAB61}" presName="textNode" presStyleLbl="bgShp" presStyleIdx="0" presStyleCnt="3"/>
      <dgm:spPr/>
    </dgm:pt>
    <dgm:pt modelId="{6ECFB60F-F57A-4ADF-A708-F71F32238772}" type="pres">
      <dgm:prSet presAssocID="{392E690B-4135-4D06-A1F5-852404DBAB61}" presName="compChildNode" presStyleCnt="0"/>
      <dgm:spPr/>
    </dgm:pt>
    <dgm:pt modelId="{1ECCA25F-5220-4C2C-9395-4035EE195DB8}" type="pres">
      <dgm:prSet presAssocID="{392E690B-4135-4D06-A1F5-852404DBAB61}" presName="theInnerList" presStyleCnt="0"/>
      <dgm:spPr/>
    </dgm:pt>
    <dgm:pt modelId="{B76E8DC4-508E-4D04-8CB8-0D8F06F63F1F}" type="pres">
      <dgm:prSet presAssocID="{6B9664DB-2914-4B77-8F0A-F644ED4CF6A5}" presName="childNode" presStyleLbl="node1" presStyleIdx="0" presStyleCnt="6" custScaleX="65266" custScaleY="44452">
        <dgm:presLayoutVars>
          <dgm:bulletEnabled val="1"/>
        </dgm:presLayoutVars>
      </dgm:prSet>
      <dgm:spPr/>
    </dgm:pt>
    <dgm:pt modelId="{8D7E9ADD-45E1-4D1C-9F8E-6FD6F56C2FFF}" type="pres">
      <dgm:prSet presAssocID="{6B9664DB-2914-4B77-8F0A-F644ED4CF6A5}" presName="aSpace2" presStyleCnt="0"/>
      <dgm:spPr/>
    </dgm:pt>
    <dgm:pt modelId="{88B8C83A-450E-4047-961C-2B0B57EC5219}" type="pres">
      <dgm:prSet presAssocID="{8C4674C7-7C73-4333-AEDB-55489A2FE411}" presName="childNode" presStyleLbl="node1" presStyleIdx="1" presStyleCnt="6" custScaleY="32279">
        <dgm:presLayoutVars>
          <dgm:bulletEnabled val="1"/>
        </dgm:presLayoutVars>
      </dgm:prSet>
      <dgm:spPr/>
    </dgm:pt>
    <dgm:pt modelId="{21383D7F-60FB-40E9-8358-EC1244DA7C6B}" type="pres">
      <dgm:prSet presAssocID="{392E690B-4135-4D06-A1F5-852404DBAB61}" presName="aSpace" presStyleCnt="0"/>
      <dgm:spPr/>
    </dgm:pt>
    <dgm:pt modelId="{3DC48771-FDE7-4F99-A359-B2A02BF0371E}" type="pres">
      <dgm:prSet presAssocID="{7A434D6C-1560-4895-8C0D-A0CA5B344FDA}" presName="compNode" presStyleCnt="0"/>
      <dgm:spPr/>
    </dgm:pt>
    <dgm:pt modelId="{E94B7F0F-D2EC-4672-BEE7-F8B6E0BB5C99}" type="pres">
      <dgm:prSet presAssocID="{7A434D6C-1560-4895-8C0D-A0CA5B344FDA}" presName="aNode" presStyleLbl="bgShp" presStyleIdx="1" presStyleCnt="3"/>
      <dgm:spPr/>
    </dgm:pt>
    <dgm:pt modelId="{9409FA75-2C4E-45B4-93B4-9BDD4366C867}" type="pres">
      <dgm:prSet presAssocID="{7A434D6C-1560-4895-8C0D-A0CA5B344FDA}" presName="textNode" presStyleLbl="bgShp" presStyleIdx="1" presStyleCnt="3"/>
      <dgm:spPr/>
    </dgm:pt>
    <dgm:pt modelId="{08FD6DA6-B59E-4593-A8E4-51438C3387D3}" type="pres">
      <dgm:prSet presAssocID="{7A434D6C-1560-4895-8C0D-A0CA5B344FDA}" presName="compChildNode" presStyleCnt="0"/>
      <dgm:spPr/>
    </dgm:pt>
    <dgm:pt modelId="{5E4CB27E-B705-4E95-A814-C7C85F53CC92}" type="pres">
      <dgm:prSet presAssocID="{7A434D6C-1560-4895-8C0D-A0CA5B344FDA}" presName="theInnerList" presStyleCnt="0"/>
      <dgm:spPr/>
    </dgm:pt>
    <dgm:pt modelId="{A9FB81CC-106B-4473-BCEE-0E94D0622140}" type="pres">
      <dgm:prSet presAssocID="{74F8204A-18EB-4088-8ADC-3F1689D5AC4C}" presName="childNode" presStyleLbl="node1" presStyleIdx="2" presStyleCnt="6">
        <dgm:presLayoutVars>
          <dgm:bulletEnabled val="1"/>
        </dgm:presLayoutVars>
      </dgm:prSet>
      <dgm:spPr/>
    </dgm:pt>
    <dgm:pt modelId="{D595FFA6-76A9-42FB-BE2E-9C2B91D95F07}" type="pres">
      <dgm:prSet presAssocID="{74F8204A-18EB-4088-8ADC-3F1689D5AC4C}" presName="aSpace2" presStyleCnt="0"/>
      <dgm:spPr/>
    </dgm:pt>
    <dgm:pt modelId="{0641B24E-F1B3-4DF7-AD3C-E53BEB8F39CF}" type="pres">
      <dgm:prSet presAssocID="{24086020-F527-4D4D-AFB3-44F2C985D494}" presName="childNode" presStyleLbl="node1" presStyleIdx="3" presStyleCnt="6">
        <dgm:presLayoutVars>
          <dgm:bulletEnabled val="1"/>
        </dgm:presLayoutVars>
      </dgm:prSet>
      <dgm:spPr/>
    </dgm:pt>
    <dgm:pt modelId="{F7CC8A4D-E190-4E17-A65B-2B171C864A8B}" type="pres">
      <dgm:prSet presAssocID="{7A434D6C-1560-4895-8C0D-A0CA5B344FDA}" presName="aSpace" presStyleCnt="0"/>
      <dgm:spPr/>
    </dgm:pt>
    <dgm:pt modelId="{057303A5-55E8-47E5-8CB4-D42DB2BF202C}" type="pres">
      <dgm:prSet presAssocID="{67ACB201-2EE4-4304-80B5-8D013466623B}" presName="compNode" presStyleCnt="0"/>
      <dgm:spPr/>
    </dgm:pt>
    <dgm:pt modelId="{BD804C84-8F03-4D83-A23C-3DAB33A28C3F}" type="pres">
      <dgm:prSet presAssocID="{67ACB201-2EE4-4304-80B5-8D013466623B}" presName="aNode" presStyleLbl="bgShp" presStyleIdx="2" presStyleCnt="3"/>
      <dgm:spPr/>
    </dgm:pt>
    <dgm:pt modelId="{8B347DC2-3FA3-4C19-A07E-E02F41F3A765}" type="pres">
      <dgm:prSet presAssocID="{67ACB201-2EE4-4304-80B5-8D013466623B}" presName="textNode" presStyleLbl="bgShp" presStyleIdx="2" presStyleCnt="3"/>
      <dgm:spPr/>
    </dgm:pt>
    <dgm:pt modelId="{5D8CA5B6-FE19-492E-9F5A-C8AEADFA0A4C}" type="pres">
      <dgm:prSet presAssocID="{67ACB201-2EE4-4304-80B5-8D013466623B}" presName="compChildNode" presStyleCnt="0"/>
      <dgm:spPr/>
    </dgm:pt>
    <dgm:pt modelId="{F1C5D522-FF2E-4A99-A9AF-517CDEB6DFA9}" type="pres">
      <dgm:prSet presAssocID="{67ACB201-2EE4-4304-80B5-8D013466623B}" presName="theInnerList" presStyleCnt="0"/>
      <dgm:spPr/>
    </dgm:pt>
    <dgm:pt modelId="{2AA493F3-66AC-4AA1-A14E-BC7544EB5183}" type="pres">
      <dgm:prSet presAssocID="{C69B6974-5734-45A2-9DBE-ED8375A37AE5}" presName="childNode" presStyleLbl="node1" presStyleIdx="4" presStyleCnt="6">
        <dgm:presLayoutVars>
          <dgm:bulletEnabled val="1"/>
        </dgm:presLayoutVars>
      </dgm:prSet>
      <dgm:spPr/>
    </dgm:pt>
    <dgm:pt modelId="{008FD954-5D09-4457-920A-53176BE85F3D}" type="pres">
      <dgm:prSet presAssocID="{C69B6974-5734-45A2-9DBE-ED8375A37AE5}" presName="aSpace2" presStyleCnt="0"/>
      <dgm:spPr/>
    </dgm:pt>
    <dgm:pt modelId="{9475108C-3A86-4DB4-BC07-3A35D262D11D}" type="pres">
      <dgm:prSet presAssocID="{47EB1B49-82F8-43D2-9561-75D821F62F35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B24B5902-F66F-43E4-9619-A768E0A5F064}" type="presOf" srcId="{7A434D6C-1560-4895-8C0D-A0CA5B344FDA}" destId="{9409FA75-2C4E-45B4-93B4-9BDD4366C867}" srcOrd="1" destOrd="0" presId="urn:microsoft.com/office/officeart/2005/8/layout/lProcess2"/>
    <dgm:cxn modelId="{F5C72E06-144E-40C5-9FEC-75997F0E2312}" srcId="{7A434D6C-1560-4895-8C0D-A0CA5B344FDA}" destId="{74F8204A-18EB-4088-8ADC-3F1689D5AC4C}" srcOrd="0" destOrd="0" parTransId="{BDCD9D4D-6AA3-4F3F-9AC2-73596AC986CB}" sibTransId="{0B75E995-EF3F-4DCD-92F9-7A791D29D6B6}"/>
    <dgm:cxn modelId="{4CC4EA15-AADF-4A25-AC46-FDE4E55E4945}" srcId="{392E690B-4135-4D06-A1F5-852404DBAB61}" destId="{8C4674C7-7C73-4333-AEDB-55489A2FE411}" srcOrd="1" destOrd="0" parTransId="{BBAABF6C-C897-4EA5-9032-B1A65C573C58}" sibTransId="{3F57A75B-0CFF-47A0-AFD0-8D4F890E34C1}"/>
    <dgm:cxn modelId="{82DBFC24-E103-45D7-AB7D-FE321042C745}" type="presOf" srcId="{47EB1B49-82F8-43D2-9561-75D821F62F35}" destId="{9475108C-3A86-4DB4-BC07-3A35D262D11D}" srcOrd="0" destOrd="0" presId="urn:microsoft.com/office/officeart/2005/8/layout/lProcess2"/>
    <dgm:cxn modelId="{98098030-545A-4236-B44B-403347EFAFA0}" type="presOf" srcId="{74F8204A-18EB-4088-8ADC-3F1689D5AC4C}" destId="{A9FB81CC-106B-4473-BCEE-0E94D0622140}" srcOrd="0" destOrd="0" presId="urn:microsoft.com/office/officeart/2005/8/layout/lProcess2"/>
    <dgm:cxn modelId="{CCF3E05B-110B-43FB-AAE6-69D815FB9C69}" type="presOf" srcId="{8C4674C7-7C73-4333-AEDB-55489A2FE411}" destId="{88B8C83A-450E-4047-961C-2B0B57EC5219}" srcOrd="0" destOrd="0" presId="urn:microsoft.com/office/officeart/2005/8/layout/lProcess2"/>
    <dgm:cxn modelId="{9F32F75C-1982-4580-B701-0CBF0DAD1EA6}" type="presOf" srcId="{24086020-F527-4D4D-AFB3-44F2C985D494}" destId="{0641B24E-F1B3-4DF7-AD3C-E53BEB8F39CF}" srcOrd="0" destOrd="0" presId="urn:microsoft.com/office/officeart/2005/8/layout/lProcess2"/>
    <dgm:cxn modelId="{E0194D5F-B6C1-4B86-BAD9-58FA86FB8FE7}" srcId="{67ACB201-2EE4-4304-80B5-8D013466623B}" destId="{47EB1B49-82F8-43D2-9561-75D821F62F35}" srcOrd="1" destOrd="0" parTransId="{005A531B-2607-4E85-BF13-FB523B78228D}" sibTransId="{A5F6347C-68DF-4E8A-991C-780F6AF04745}"/>
    <dgm:cxn modelId="{CCDC7E66-5106-46AB-BCAA-07189FB5B0A1}" type="presOf" srcId="{67ACB201-2EE4-4304-80B5-8D013466623B}" destId="{BD804C84-8F03-4D83-A23C-3DAB33A28C3F}" srcOrd="0" destOrd="0" presId="urn:microsoft.com/office/officeart/2005/8/layout/lProcess2"/>
    <dgm:cxn modelId="{5E916F48-4D7E-4306-AC10-39BB4B6D8415}" srcId="{67ACB201-2EE4-4304-80B5-8D013466623B}" destId="{C69B6974-5734-45A2-9DBE-ED8375A37AE5}" srcOrd="0" destOrd="0" parTransId="{59A43162-88A2-4B33-ACAA-63DFC74DBC0B}" sibTransId="{F0598FBE-EE24-4368-855A-86D7E212A138}"/>
    <dgm:cxn modelId="{FE0E6657-AAFF-49F5-8575-B8921B02F02D}" type="presOf" srcId="{BF798746-B185-48EB-98D0-42902717CC09}" destId="{C58822B2-298B-4103-86A1-F6A56CC7714B}" srcOrd="0" destOrd="0" presId="urn:microsoft.com/office/officeart/2005/8/layout/lProcess2"/>
    <dgm:cxn modelId="{E0A4F978-F109-4B9F-A285-2C9619FFB593}" srcId="{392E690B-4135-4D06-A1F5-852404DBAB61}" destId="{6B9664DB-2914-4B77-8F0A-F644ED4CF6A5}" srcOrd="0" destOrd="0" parTransId="{93CACFCC-642F-4EA4-AE33-4517D0243FE6}" sibTransId="{F8582FF0-AA8A-48D2-A6F5-95D1B7BC393B}"/>
    <dgm:cxn modelId="{A0873398-22C4-4092-B6C0-36D02D6254CD}" srcId="{BF798746-B185-48EB-98D0-42902717CC09}" destId="{7A434D6C-1560-4895-8C0D-A0CA5B344FDA}" srcOrd="1" destOrd="0" parTransId="{D958DA4A-E746-4F48-92DA-22F2A9CFBD99}" sibTransId="{EA2D0722-E6D9-45D0-A0DA-C289B601840D}"/>
    <dgm:cxn modelId="{25E8F198-BDAC-4816-88CB-DB8D8847D871}" type="presOf" srcId="{67ACB201-2EE4-4304-80B5-8D013466623B}" destId="{8B347DC2-3FA3-4C19-A07E-E02F41F3A765}" srcOrd="1" destOrd="0" presId="urn:microsoft.com/office/officeart/2005/8/layout/lProcess2"/>
    <dgm:cxn modelId="{4C951AA1-88B2-4292-B0DF-15E671003514}" type="presOf" srcId="{C69B6974-5734-45A2-9DBE-ED8375A37AE5}" destId="{2AA493F3-66AC-4AA1-A14E-BC7544EB5183}" srcOrd="0" destOrd="0" presId="urn:microsoft.com/office/officeart/2005/8/layout/lProcess2"/>
    <dgm:cxn modelId="{A9F18CA3-343D-4CFD-B532-8B87A076C7B6}" type="presOf" srcId="{7A434D6C-1560-4895-8C0D-A0CA5B344FDA}" destId="{E94B7F0F-D2EC-4672-BEE7-F8B6E0BB5C99}" srcOrd="0" destOrd="0" presId="urn:microsoft.com/office/officeart/2005/8/layout/lProcess2"/>
    <dgm:cxn modelId="{5ABF7ECC-0C99-4278-AE56-3C154860688C}" srcId="{BF798746-B185-48EB-98D0-42902717CC09}" destId="{67ACB201-2EE4-4304-80B5-8D013466623B}" srcOrd="2" destOrd="0" parTransId="{87466AED-BD2C-47BE-9097-790A3C86AE2F}" sibTransId="{C47E742A-41C1-48B3-B6DC-83DACC9A9199}"/>
    <dgm:cxn modelId="{E45C3FD2-42FF-41F9-92A4-E804ECAE9366}" type="presOf" srcId="{392E690B-4135-4D06-A1F5-852404DBAB61}" destId="{16C0885F-168C-4481-8303-DDD211AEF827}" srcOrd="1" destOrd="0" presId="urn:microsoft.com/office/officeart/2005/8/layout/lProcess2"/>
    <dgm:cxn modelId="{8BEE38E3-F621-412E-97C9-945ED5AA63F8}" type="presOf" srcId="{392E690B-4135-4D06-A1F5-852404DBAB61}" destId="{613F4403-B7B0-4134-BE44-8699EFBF9163}" srcOrd="0" destOrd="0" presId="urn:microsoft.com/office/officeart/2005/8/layout/lProcess2"/>
    <dgm:cxn modelId="{A49B62E8-808E-4CA1-B452-7F1BCA75AF1A}" type="presOf" srcId="{6B9664DB-2914-4B77-8F0A-F644ED4CF6A5}" destId="{B76E8DC4-508E-4D04-8CB8-0D8F06F63F1F}" srcOrd="0" destOrd="0" presId="urn:microsoft.com/office/officeart/2005/8/layout/lProcess2"/>
    <dgm:cxn modelId="{139F8FEB-2512-4DEB-86F7-A82984C71DE4}" srcId="{BF798746-B185-48EB-98D0-42902717CC09}" destId="{392E690B-4135-4D06-A1F5-852404DBAB61}" srcOrd="0" destOrd="0" parTransId="{91462D96-A9CC-4F7B-B242-9B8A5714E7F5}" sibTransId="{8E4642CD-05D9-4258-BD4B-BDAC861E7A88}"/>
    <dgm:cxn modelId="{90F2E7FE-CC2F-4D0F-9B6E-5F9081152B53}" srcId="{7A434D6C-1560-4895-8C0D-A0CA5B344FDA}" destId="{24086020-F527-4D4D-AFB3-44F2C985D494}" srcOrd="1" destOrd="0" parTransId="{6C4E47DB-0C21-4EEA-84BE-91ED01D2BBCB}" sibTransId="{D1D200A2-F24B-4109-A56F-252A03AC4DAA}"/>
    <dgm:cxn modelId="{F4DDF51C-E4D6-4D38-A995-2F801889F49B}" type="presParOf" srcId="{C58822B2-298B-4103-86A1-F6A56CC7714B}" destId="{0B629F26-5B2F-44D0-B882-43558621F501}" srcOrd="0" destOrd="0" presId="urn:microsoft.com/office/officeart/2005/8/layout/lProcess2"/>
    <dgm:cxn modelId="{29FCC1D9-B7A3-4C1B-9B25-45D52109FD56}" type="presParOf" srcId="{0B629F26-5B2F-44D0-B882-43558621F501}" destId="{613F4403-B7B0-4134-BE44-8699EFBF9163}" srcOrd="0" destOrd="0" presId="urn:microsoft.com/office/officeart/2005/8/layout/lProcess2"/>
    <dgm:cxn modelId="{9899229C-5617-4199-B49D-4D0F764B37FE}" type="presParOf" srcId="{0B629F26-5B2F-44D0-B882-43558621F501}" destId="{16C0885F-168C-4481-8303-DDD211AEF827}" srcOrd="1" destOrd="0" presId="urn:microsoft.com/office/officeart/2005/8/layout/lProcess2"/>
    <dgm:cxn modelId="{00057428-A910-432F-9D5E-61CE88D301D3}" type="presParOf" srcId="{0B629F26-5B2F-44D0-B882-43558621F501}" destId="{6ECFB60F-F57A-4ADF-A708-F71F32238772}" srcOrd="2" destOrd="0" presId="urn:microsoft.com/office/officeart/2005/8/layout/lProcess2"/>
    <dgm:cxn modelId="{65EBB55E-2584-42EB-95DA-3693B90346FC}" type="presParOf" srcId="{6ECFB60F-F57A-4ADF-A708-F71F32238772}" destId="{1ECCA25F-5220-4C2C-9395-4035EE195DB8}" srcOrd="0" destOrd="0" presId="urn:microsoft.com/office/officeart/2005/8/layout/lProcess2"/>
    <dgm:cxn modelId="{0028D2B3-A0B9-4B71-ACD0-5FFDFBA9406A}" type="presParOf" srcId="{1ECCA25F-5220-4C2C-9395-4035EE195DB8}" destId="{B76E8DC4-508E-4D04-8CB8-0D8F06F63F1F}" srcOrd="0" destOrd="0" presId="urn:microsoft.com/office/officeart/2005/8/layout/lProcess2"/>
    <dgm:cxn modelId="{B61ADB99-9008-4DDF-A335-3C2E1DE2E210}" type="presParOf" srcId="{1ECCA25F-5220-4C2C-9395-4035EE195DB8}" destId="{8D7E9ADD-45E1-4D1C-9F8E-6FD6F56C2FFF}" srcOrd="1" destOrd="0" presId="urn:microsoft.com/office/officeart/2005/8/layout/lProcess2"/>
    <dgm:cxn modelId="{47950F19-A6C2-4A48-887A-C81517AF6A29}" type="presParOf" srcId="{1ECCA25F-5220-4C2C-9395-4035EE195DB8}" destId="{88B8C83A-450E-4047-961C-2B0B57EC5219}" srcOrd="2" destOrd="0" presId="urn:microsoft.com/office/officeart/2005/8/layout/lProcess2"/>
    <dgm:cxn modelId="{AC4209D2-5264-4C0F-A6DF-BCA0CB8E9B77}" type="presParOf" srcId="{C58822B2-298B-4103-86A1-F6A56CC7714B}" destId="{21383D7F-60FB-40E9-8358-EC1244DA7C6B}" srcOrd="1" destOrd="0" presId="urn:microsoft.com/office/officeart/2005/8/layout/lProcess2"/>
    <dgm:cxn modelId="{75B121F9-55AF-4800-BBE5-91548907E880}" type="presParOf" srcId="{C58822B2-298B-4103-86A1-F6A56CC7714B}" destId="{3DC48771-FDE7-4F99-A359-B2A02BF0371E}" srcOrd="2" destOrd="0" presId="urn:microsoft.com/office/officeart/2005/8/layout/lProcess2"/>
    <dgm:cxn modelId="{367703FF-F417-42A6-AAF1-08392643CAE8}" type="presParOf" srcId="{3DC48771-FDE7-4F99-A359-B2A02BF0371E}" destId="{E94B7F0F-D2EC-4672-BEE7-F8B6E0BB5C99}" srcOrd="0" destOrd="0" presId="urn:microsoft.com/office/officeart/2005/8/layout/lProcess2"/>
    <dgm:cxn modelId="{827BF553-CCBB-4D6A-84CF-60C73FDE6C75}" type="presParOf" srcId="{3DC48771-FDE7-4F99-A359-B2A02BF0371E}" destId="{9409FA75-2C4E-45B4-93B4-9BDD4366C867}" srcOrd="1" destOrd="0" presId="urn:microsoft.com/office/officeart/2005/8/layout/lProcess2"/>
    <dgm:cxn modelId="{003C2421-BD95-42C8-9B6C-7F17C8F9198B}" type="presParOf" srcId="{3DC48771-FDE7-4F99-A359-B2A02BF0371E}" destId="{08FD6DA6-B59E-4593-A8E4-51438C3387D3}" srcOrd="2" destOrd="0" presId="urn:microsoft.com/office/officeart/2005/8/layout/lProcess2"/>
    <dgm:cxn modelId="{4364108A-70F3-4AC0-904B-5D1359DB6824}" type="presParOf" srcId="{08FD6DA6-B59E-4593-A8E4-51438C3387D3}" destId="{5E4CB27E-B705-4E95-A814-C7C85F53CC92}" srcOrd="0" destOrd="0" presId="urn:microsoft.com/office/officeart/2005/8/layout/lProcess2"/>
    <dgm:cxn modelId="{BDC12315-5263-4B1F-9505-699DBAB0CAA0}" type="presParOf" srcId="{5E4CB27E-B705-4E95-A814-C7C85F53CC92}" destId="{A9FB81CC-106B-4473-BCEE-0E94D0622140}" srcOrd="0" destOrd="0" presId="urn:microsoft.com/office/officeart/2005/8/layout/lProcess2"/>
    <dgm:cxn modelId="{72F3D86A-B6D5-4739-955E-0C4590236D25}" type="presParOf" srcId="{5E4CB27E-B705-4E95-A814-C7C85F53CC92}" destId="{D595FFA6-76A9-42FB-BE2E-9C2B91D95F07}" srcOrd="1" destOrd="0" presId="urn:microsoft.com/office/officeart/2005/8/layout/lProcess2"/>
    <dgm:cxn modelId="{8E6F772C-7464-45FB-BF8C-F461BD46D379}" type="presParOf" srcId="{5E4CB27E-B705-4E95-A814-C7C85F53CC92}" destId="{0641B24E-F1B3-4DF7-AD3C-E53BEB8F39CF}" srcOrd="2" destOrd="0" presId="urn:microsoft.com/office/officeart/2005/8/layout/lProcess2"/>
    <dgm:cxn modelId="{48023B6A-7285-4C34-B4D4-863316D90D53}" type="presParOf" srcId="{C58822B2-298B-4103-86A1-F6A56CC7714B}" destId="{F7CC8A4D-E190-4E17-A65B-2B171C864A8B}" srcOrd="3" destOrd="0" presId="urn:microsoft.com/office/officeart/2005/8/layout/lProcess2"/>
    <dgm:cxn modelId="{743FBB8A-CA6F-4E61-A689-D6B96CC21EE9}" type="presParOf" srcId="{C58822B2-298B-4103-86A1-F6A56CC7714B}" destId="{057303A5-55E8-47E5-8CB4-D42DB2BF202C}" srcOrd="4" destOrd="0" presId="urn:microsoft.com/office/officeart/2005/8/layout/lProcess2"/>
    <dgm:cxn modelId="{6DE0BAE3-6DF4-4579-83CA-1D359699509B}" type="presParOf" srcId="{057303A5-55E8-47E5-8CB4-D42DB2BF202C}" destId="{BD804C84-8F03-4D83-A23C-3DAB33A28C3F}" srcOrd="0" destOrd="0" presId="urn:microsoft.com/office/officeart/2005/8/layout/lProcess2"/>
    <dgm:cxn modelId="{EDA0FA38-5E23-431E-9379-FECE380672F3}" type="presParOf" srcId="{057303A5-55E8-47E5-8CB4-D42DB2BF202C}" destId="{8B347DC2-3FA3-4C19-A07E-E02F41F3A765}" srcOrd="1" destOrd="0" presId="urn:microsoft.com/office/officeart/2005/8/layout/lProcess2"/>
    <dgm:cxn modelId="{E62E2906-846B-4D38-9BC3-6BBF4614AEA8}" type="presParOf" srcId="{057303A5-55E8-47E5-8CB4-D42DB2BF202C}" destId="{5D8CA5B6-FE19-492E-9F5A-C8AEADFA0A4C}" srcOrd="2" destOrd="0" presId="urn:microsoft.com/office/officeart/2005/8/layout/lProcess2"/>
    <dgm:cxn modelId="{DA52DCAA-3C90-4265-B7FE-284585648071}" type="presParOf" srcId="{5D8CA5B6-FE19-492E-9F5A-C8AEADFA0A4C}" destId="{F1C5D522-FF2E-4A99-A9AF-517CDEB6DFA9}" srcOrd="0" destOrd="0" presId="urn:microsoft.com/office/officeart/2005/8/layout/lProcess2"/>
    <dgm:cxn modelId="{A5DF4B09-B0AF-45A0-A25D-32E185E3AFB1}" type="presParOf" srcId="{F1C5D522-FF2E-4A99-A9AF-517CDEB6DFA9}" destId="{2AA493F3-66AC-4AA1-A14E-BC7544EB5183}" srcOrd="0" destOrd="0" presId="urn:microsoft.com/office/officeart/2005/8/layout/lProcess2"/>
    <dgm:cxn modelId="{4AB30777-77C8-45D6-9A2A-1B9CBFAD9D28}" type="presParOf" srcId="{F1C5D522-FF2E-4A99-A9AF-517CDEB6DFA9}" destId="{008FD954-5D09-4457-920A-53176BE85F3D}" srcOrd="1" destOrd="0" presId="urn:microsoft.com/office/officeart/2005/8/layout/lProcess2"/>
    <dgm:cxn modelId="{8B93D4E3-20EE-4128-8654-0598F3C3F85E}" type="presParOf" srcId="{F1C5D522-FF2E-4A99-A9AF-517CDEB6DFA9}" destId="{9475108C-3A86-4DB4-BC07-3A35D262D11D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F4403-B7B0-4134-BE44-8699EFBF9163}">
      <dsp:nvSpPr>
        <dsp:cNvPr id="0" name=""/>
        <dsp:cNvSpPr/>
      </dsp:nvSpPr>
      <dsp:spPr>
        <a:xfrm>
          <a:off x="734" y="0"/>
          <a:ext cx="1910429" cy="3878212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modulo_app</a:t>
          </a:r>
          <a:r>
            <a:rPr lang="es-AR" sz="2300" kern="1200" dirty="0"/>
            <a:t>()</a:t>
          </a:r>
        </a:p>
      </dsp:txBody>
      <dsp:txXfrm>
        <a:off x="734" y="0"/>
        <a:ext cx="1910429" cy="1163463"/>
      </dsp:txXfrm>
    </dsp:sp>
    <dsp:sp modelId="{B76E8DC4-508E-4D04-8CB8-0D8F06F63F1F}">
      <dsp:nvSpPr>
        <dsp:cNvPr id="0" name=""/>
        <dsp:cNvSpPr/>
      </dsp:nvSpPr>
      <dsp:spPr>
        <a:xfrm>
          <a:off x="457205" y="1262839"/>
          <a:ext cx="997488" cy="11205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/>
            <a:t>Datos :: atributos</a:t>
          </a:r>
        </a:p>
      </dsp:txBody>
      <dsp:txXfrm>
        <a:off x="486420" y="1292054"/>
        <a:ext cx="939058" cy="1062132"/>
      </dsp:txXfrm>
    </dsp:sp>
    <dsp:sp modelId="{88B8C83A-450E-4047-961C-2B0B57EC5219}">
      <dsp:nvSpPr>
        <dsp:cNvPr id="0" name=""/>
        <dsp:cNvSpPr/>
      </dsp:nvSpPr>
      <dsp:spPr>
        <a:xfrm>
          <a:off x="191777" y="2771223"/>
          <a:ext cx="1528343" cy="813701"/>
        </a:xfrm>
        <a:prstGeom prst="roundRect">
          <a:avLst>
            <a:gd name="adj" fmla="val 10000"/>
          </a:avLst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/>
            <a:t>Rutinas :: métodos</a:t>
          </a:r>
        </a:p>
      </dsp:txBody>
      <dsp:txXfrm>
        <a:off x="215609" y="2795055"/>
        <a:ext cx="1480679" cy="766037"/>
      </dsp:txXfrm>
    </dsp:sp>
    <dsp:sp modelId="{E94B7F0F-D2EC-4672-BEE7-F8B6E0BB5C99}">
      <dsp:nvSpPr>
        <dsp:cNvPr id="0" name=""/>
        <dsp:cNvSpPr/>
      </dsp:nvSpPr>
      <dsp:spPr>
        <a:xfrm>
          <a:off x="2054445" y="0"/>
          <a:ext cx="1910429" cy="387821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Otro_mod</a:t>
          </a:r>
          <a:r>
            <a:rPr lang="es-AR" sz="2300" kern="1200" dirty="0"/>
            <a:t>()</a:t>
          </a:r>
        </a:p>
      </dsp:txBody>
      <dsp:txXfrm>
        <a:off x="2054445" y="0"/>
        <a:ext cx="1910429" cy="1163463"/>
      </dsp:txXfrm>
    </dsp:sp>
    <dsp:sp modelId="{A9FB81CC-106B-4473-BCEE-0E94D0622140}">
      <dsp:nvSpPr>
        <dsp:cNvPr id="0" name=""/>
        <dsp:cNvSpPr/>
      </dsp:nvSpPr>
      <dsp:spPr>
        <a:xfrm>
          <a:off x="2245488" y="1164599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2279737" y="1198848"/>
        <a:ext cx="1459845" cy="1100835"/>
      </dsp:txXfrm>
    </dsp:sp>
    <dsp:sp modelId="{0641B24E-F1B3-4DF7-AD3C-E53BEB8F39CF}">
      <dsp:nvSpPr>
        <dsp:cNvPr id="0" name=""/>
        <dsp:cNvSpPr/>
      </dsp:nvSpPr>
      <dsp:spPr>
        <a:xfrm>
          <a:off x="2245488" y="2513831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2279737" y="2548080"/>
        <a:ext cx="1459845" cy="1100835"/>
      </dsp:txXfrm>
    </dsp:sp>
    <dsp:sp modelId="{BD804C84-8F03-4D83-A23C-3DAB33A28C3F}">
      <dsp:nvSpPr>
        <dsp:cNvPr id="0" name=""/>
        <dsp:cNvSpPr/>
      </dsp:nvSpPr>
      <dsp:spPr>
        <a:xfrm>
          <a:off x="4108157" y="0"/>
          <a:ext cx="1910429" cy="3878212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Ultimo_mod</a:t>
          </a:r>
          <a:r>
            <a:rPr lang="es-AR" sz="2300" kern="1200" dirty="0"/>
            <a:t>()</a:t>
          </a:r>
        </a:p>
      </dsp:txBody>
      <dsp:txXfrm>
        <a:off x="4108157" y="0"/>
        <a:ext cx="1910429" cy="1163463"/>
      </dsp:txXfrm>
    </dsp:sp>
    <dsp:sp modelId="{2AA493F3-66AC-4AA1-A14E-BC7544EB5183}">
      <dsp:nvSpPr>
        <dsp:cNvPr id="0" name=""/>
        <dsp:cNvSpPr/>
      </dsp:nvSpPr>
      <dsp:spPr>
        <a:xfrm>
          <a:off x="4299200" y="1164599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4333449" y="1198848"/>
        <a:ext cx="1459845" cy="1100835"/>
      </dsp:txXfrm>
    </dsp:sp>
    <dsp:sp modelId="{9475108C-3A86-4DB4-BC07-3A35D262D11D}">
      <dsp:nvSpPr>
        <dsp:cNvPr id="0" name=""/>
        <dsp:cNvSpPr/>
      </dsp:nvSpPr>
      <dsp:spPr>
        <a:xfrm>
          <a:off x="4299200" y="2513831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4333449" y="2548080"/>
        <a:ext cx="1459845" cy="1100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F4403-B7B0-4134-BE44-8699EFBF9163}">
      <dsp:nvSpPr>
        <dsp:cNvPr id="0" name=""/>
        <dsp:cNvSpPr/>
      </dsp:nvSpPr>
      <dsp:spPr>
        <a:xfrm>
          <a:off x="734" y="0"/>
          <a:ext cx="1910429" cy="3878212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modulo_app</a:t>
          </a:r>
          <a:r>
            <a:rPr lang="es-AR" sz="2300" kern="1200" dirty="0"/>
            <a:t>()</a:t>
          </a:r>
        </a:p>
      </dsp:txBody>
      <dsp:txXfrm>
        <a:off x="734" y="0"/>
        <a:ext cx="1910429" cy="1163463"/>
      </dsp:txXfrm>
    </dsp:sp>
    <dsp:sp modelId="{B76E8DC4-508E-4D04-8CB8-0D8F06F63F1F}">
      <dsp:nvSpPr>
        <dsp:cNvPr id="0" name=""/>
        <dsp:cNvSpPr/>
      </dsp:nvSpPr>
      <dsp:spPr>
        <a:xfrm>
          <a:off x="457205" y="1262839"/>
          <a:ext cx="997488" cy="11205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/>
            <a:t>Datos :: atributos</a:t>
          </a:r>
        </a:p>
      </dsp:txBody>
      <dsp:txXfrm>
        <a:off x="486420" y="1292054"/>
        <a:ext cx="939058" cy="1062132"/>
      </dsp:txXfrm>
    </dsp:sp>
    <dsp:sp modelId="{88B8C83A-450E-4047-961C-2B0B57EC5219}">
      <dsp:nvSpPr>
        <dsp:cNvPr id="0" name=""/>
        <dsp:cNvSpPr/>
      </dsp:nvSpPr>
      <dsp:spPr>
        <a:xfrm>
          <a:off x="191777" y="2771223"/>
          <a:ext cx="1528343" cy="813701"/>
        </a:xfrm>
        <a:prstGeom prst="roundRect">
          <a:avLst>
            <a:gd name="adj" fmla="val 10000"/>
          </a:avLst>
        </a:prstGeom>
        <a:solidFill>
          <a:schemeClr val="accent4">
            <a:hueOff val="1960178"/>
            <a:satOff val="-8155"/>
            <a:lumOff val="1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/>
            <a:t>Rutinas :: métodos</a:t>
          </a:r>
        </a:p>
      </dsp:txBody>
      <dsp:txXfrm>
        <a:off x="215609" y="2795055"/>
        <a:ext cx="1480679" cy="766037"/>
      </dsp:txXfrm>
    </dsp:sp>
    <dsp:sp modelId="{E94B7F0F-D2EC-4672-BEE7-F8B6E0BB5C99}">
      <dsp:nvSpPr>
        <dsp:cNvPr id="0" name=""/>
        <dsp:cNvSpPr/>
      </dsp:nvSpPr>
      <dsp:spPr>
        <a:xfrm>
          <a:off x="2054445" y="0"/>
          <a:ext cx="1910429" cy="387821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Otro_mod</a:t>
          </a:r>
          <a:r>
            <a:rPr lang="es-AR" sz="2300" kern="1200" dirty="0"/>
            <a:t>()</a:t>
          </a:r>
        </a:p>
      </dsp:txBody>
      <dsp:txXfrm>
        <a:off x="2054445" y="0"/>
        <a:ext cx="1910429" cy="1163463"/>
      </dsp:txXfrm>
    </dsp:sp>
    <dsp:sp modelId="{A9FB81CC-106B-4473-BCEE-0E94D0622140}">
      <dsp:nvSpPr>
        <dsp:cNvPr id="0" name=""/>
        <dsp:cNvSpPr/>
      </dsp:nvSpPr>
      <dsp:spPr>
        <a:xfrm>
          <a:off x="2245488" y="1164599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3920356"/>
            <a:satOff val="-16311"/>
            <a:lumOff val="3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2279737" y="1198848"/>
        <a:ext cx="1459845" cy="1100835"/>
      </dsp:txXfrm>
    </dsp:sp>
    <dsp:sp modelId="{0641B24E-F1B3-4DF7-AD3C-E53BEB8F39CF}">
      <dsp:nvSpPr>
        <dsp:cNvPr id="0" name=""/>
        <dsp:cNvSpPr/>
      </dsp:nvSpPr>
      <dsp:spPr>
        <a:xfrm>
          <a:off x="2245488" y="2513831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5880535"/>
            <a:satOff val="-24466"/>
            <a:lumOff val="5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2279737" y="2548080"/>
        <a:ext cx="1459845" cy="1100835"/>
      </dsp:txXfrm>
    </dsp:sp>
    <dsp:sp modelId="{BD804C84-8F03-4D83-A23C-3DAB33A28C3F}">
      <dsp:nvSpPr>
        <dsp:cNvPr id="0" name=""/>
        <dsp:cNvSpPr/>
      </dsp:nvSpPr>
      <dsp:spPr>
        <a:xfrm>
          <a:off x="4108157" y="0"/>
          <a:ext cx="1910429" cy="3878212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 err="1"/>
            <a:t>Ultimo_mod</a:t>
          </a:r>
          <a:r>
            <a:rPr lang="es-AR" sz="2300" kern="1200" dirty="0"/>
            <a:t>()</a:t>
          </a:r>
        </a:p>
      </dsp:txBody>
      <dsp:txXfrm>
        <a:off x="4108157" y="0"/>
        <a:ext cx="1910429" cy="1163463"/>
      </dsp:txXfrm>
    </dsp:sp>
    <dsp:sp modelId="{2AA493F3-66AC-4AA1-A14E-BC7544EB5183}">
      <dsp:nvSpPr>
        <dsp:cNvPr id="0" name=""/>
        <dsp:cNvSpPr/>
      </dsp:nvSpPr>
      <dsp:spPr>
        <a:xfrm>
          <a:off x="4299200" y="1164599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7840713"/>
            <a:satOff val="-32622"/>
            <a:lumOff val="7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4333449" y="1198848"/>
        <a:ext cx="1459845" cy="1100835"/>
      </dsp:txXfrm>
    </dsp:sp>
    <dsp:sp modelId="{9475108C-3A86-4DB4-BC07-3A35D262D11D}">
      <dsp:nvSpPr>
        <dsp:cNvPr id="0" name=""/>
        <dsp:cNvSpPr/>
      </dsp:nvSpPr>
      <dsp:spPr>
        <a:xfrm>
          <a:off x="4299200" y="2513831"/>
          <a:ext cx="1528343" cy="1169333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/>
        </a:p>
      </dsp:txBody>
      <dsp:txXfrm>
        <a:off x="4333449" y="2548080"/>
        <a:ext cx="1459845" cy="1100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AA753-A574-8550-B15B-AA734E8C4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192C18-66D2-8FD7-1120-974A4742B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743ADF-3C5E-7A04-22C4-C9F1AD2C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80BBD-1E91-321F-7621-6950BDE7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003E1B-932E-58EC-9451-2A9F9D6B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037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5A3F9-EE0C-D288-57A1-971BA24E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532629-9D75-2FB7-EEA2-10FDF4747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2FAFD6-A0E6-4669-73D1-79EBF8CE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D0D4C-508D-A644-AEE2-6B791806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537F5F-48F2-EDC8-49A9-381E3057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529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47B88-E6A1-812C-6794-C8F8C0B8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A6A839-C77D-0855-C7E0-67EB2B37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5A13C-C2D8-8144-51A5-5A57A36F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8DFAFF-1AF8-7630-1697-A2645FF0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03AC11-2E2B-DC6D-220D-7216879F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65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8FAB2-D490-90EF-3876-EF96E587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94E0B7-01DB-8D00-FAD0-91CF56CCC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F8C290-9892-31A6-2E37-20EF3DAF7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9879C1-3DA7-F900-F5E5-F8B854E3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0070A6-5C61-080D-6330-BABA0C0A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4A3879-98F5-8245-A82C-714F221F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782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7B973-F0F8-0C42-8AC7-F68ECDE17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399A98-4592-176B-9F61-E79EBBAB2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5BAF1D-D1C5-CE29-B0A3-4FE9F8128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A1F5B6-DABE-029B-3590-86471488D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04E70C-FC16-B141-E1F1-C87EC99F4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ACD196-C43F-CC01-BEBE-A861C834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398B07-3833-2C1A-E187-C8E36EE0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315B94-36D9-A4D0-E1BF-A172CBB3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323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0CCCC-0838-8433-B5C7-49D1B38C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6E0F6E-1CD3-0523-BC99-C923BB27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47D8C2-1FA2-FAF4-1CF1-80AE64F2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54DAAD-805F-7487-6234-0AB94B63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470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6A8726-7A44-5DE9-E984-976439D4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DCDFE6-2ED3-8434-F1DD-268DB2BB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E6C0FA-BE81-28DC-832B-2513A60C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778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E14E4-AACE-31E2-D0A1-881726E5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02C84-9103-ADBC-0CAE-E88AE3BA8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E54E85-8498-6B9B-2DB7-B26D0D8EA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CB484F-7BC5-267F-FF2E-8AD8E898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ADBE0C-45BC-CCC9-D368-260D0672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EE0A8A-1C06-9B2D-6FCB-74A9E1B9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302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2EB08-2958-A975-E170-95CC83D4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EE88B2-2F1C-1B98-6606-B356C8585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B29946-097E-4E19-2ECF-D5EE96276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F48E37-C594-5D22-0308-EB1F2F3A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349EBE-4DFB-6AFF-ACC4-D0C6B0F7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A2F2E4-3A29-0263-9899-CAA08D16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343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638B2-B23B-18D8-2A3E-A10FBD95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7369ED-1154-3970-86CD-558A9E69B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72719D-62AE-3B4E-A575-8F2692E7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C9B25-ADB2-C908-58AA-4B2546B1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45EA8B-8379-E2DF-ECCF-38158952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721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34D3C0-3D32-1DD0-D5A3-82CCD2641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9C918C-253E-6BD1-E366-E17D136B4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EC898-B6AD-D9A2-5CCC-6C17F992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64B21F-68AA-23A9-7F7F-68636197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B3D65-BEBC-224A-7234-0B1F523A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95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1E24F1-51AE-9617-99CB-8D0CACA9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7DECC8-2A79-537C-C14B-FB8EBCD48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F7F632-0F17-A5A5-5EA4-C1944B450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1072D-8167-49B3-B2C7-C4A0A515BCF6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537E4-0120-F080-2DBE-E55417E2D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EEF7AE-B319-AF14-25B8-F710C486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2AB61-5BA2-4F73-97E7-27EA0DF7290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55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7DF6704-1EA2-D060-117A-F7A88C535629}"/>
              </a:ext>
            </a:extLst>
          </p:cNvPr>
          <p:cNvSpPr/>
          <p:nvPr/>
        </p:nvSpPr>
        <p:spPr>
          <a:xfrm>
            <a:off x="5115464" y="1175588"/>
            <a:ext cx="6860876" cy="5215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1D9808-AB39-E713-1DBF-551F3342FCC9}"/>
              </a:ext>
            </a:extLst>
          </p:cNvPr>
          <p:cNvSpPr txBox="1"/>
          <p:nvPr/>
        </p:nvSpPr>
        <p:spPr>
          <a:xfrm>
            <a:off x="215660" y="517585"/>
            <a:ext cx="4244197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[</a:t>
            </a:r>
            <a:r>
              <a:rPr lang="es-AR" b="1" dirty="0"/>
              <a:t>visibilidad</a:t>
            </a:r>
            <a:r>
              <a:rPr lang="es-AR" dirty="0"/>
              <a:t>] </a:t>
            </a:r>
            <a:r>
              <a:rPr lang="es-AR" dirty="0" err="1"/>
              <a:t>MiClase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593A41-DD87-D090-FF7A-860A4EBEDB51}"/>
              </a:ext>
            </a:extLst>
          </p:cNvPr>
          <p:cNvSpPr txBox="1"/>
          <p:nvPr/>
        </p:nvSpPr>
        <p:spPr>
          <a:xfrm>
            <a:off x="215660" y="971909"/>
            <a:ext cx="4244197" cy="147732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{atributos}::</a:t>
            </a:r>
          </a:p>
          <a:p>
            <a:pPr algn="ctr"/>
            <a:r>
              <a:rPr lang="es-AR" dirty="0"/>
              <a:t>[</a:t>
            </a:r>
            <a:r>
              <a:rPr lang="es-AR" b="1" dirty="0">
                <a:solidFill>
                  <a:srgbClr val="0070C0"/>
                </a:solidFill>
              </a:rPr>
              <a:t>visibilidad</a:t>
            </a:r>
            <a:r>
              <a:rPr lang="es-AR" dirty="0"/>
              <a:t>] &lt;</a:t>
            </a:r>
            <a:r>
              <a:rPr lang="es-AR" b="1" dirty="0"/>
              <a:t>tipo de datos</a:t>
            </a:r>
            <a:r>
              <a:rPr lang="es-AR" dirty="0"/>
              <a:t>&gt; </a:t>
            </a:r>
            <a:r>
              <a:rPr lang="es-AR" i="1" dirty="0" err="1"/>
              <a:t>nombre_atrib</a:t>
            </a:r>
            <a:endParaRPr lang="es-AR" dirty="0"/>
          </a:p>
          <a:p>
            <a:pPr algn="ctr"/>
            <a:endParaRPr lang="es-AR" dirty="0"/>
          </a:p>
          <a:p>
            <a:pPr algn="ctr"/>
            <a:endParaRPr lang="es-AR" dirty="0"/>
          </a:p>
          <a:p>
            <a:pPr algn="ctr"/>
            <a:endParaRPr lang="es-AR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95AD2FA-FEE9-BB39-5739-40C6419E09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736838"/>
              </p:ext>
            </p:extLst>
          </p:nvPr>
        </p:nvGraphicFramePr>
        <p:xfrm>
          <a:off x="5719312" y="2123206"/>
          <a:ext cx="6019321" cy="3878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FA9E452E-C792-81CB-584E-D1B578F9DC84}"/>
              </a:ext>
            </a:extLst>
          </p:cNvPr>
          <p:cNvSpPr txBox="1"/>
          <p:nvPr/>
        </p:nvSpPr>
        <p:spPr>
          <a:xfrm>
            <a:off x="5193102" y="116105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/>
              <a:t>main</a:t>
            </a:r>
            <a:endParaRPr lang="es-AR" dirty="0"/>
          </a:p>
        </p:txBody>
      </p:sp>
      <p:cxnSp>
        <p:nvCxnSpPr>
          <p:cNvPr id="11" name="Conector: curvado 10">
            <a:extLst>
              <a:ext uri="{FF2B5EF4-FFF2-40B4-BE49-F238E27FC236}">
                <a16:creationId xmlns:a16="http://schemas.microsoft.com/office/drawing/2014/main" id="{230148DB-5646-5E18-BAA6-FE116EE6EEFA}"/>
              </a:ext>
            </a:extLst>
          </p:cNvPr>
          <p:cNvCxnSpPr>
            <a:stCxn id="9" idx="3"/>
          </p:cNvCxnSpPr>
          <p:nvPr/>
        </p:nvCxnSpPr>
        <p:spPr>
          <a:xfrm>
            <a:off x="5847448" y="1345717"/>
            <a:ext cx="725880" cy="77748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0C7284-40A6-A408-BAE4-4C754ADA53BD}"/>
              </a:ext>
            </a:extLst>
          </p:cNvPr>
          <p:cNvSpPr txBox="1"/>
          <p:nvPr/>
        </p:nvSpPr>
        <p:spPr>
          <a:xfrm>
            <a:off x="8204794" y="1248029"/>
            <a:ext cx="88062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s-AR" dirty="0">
                <a:solidFill>
                  <a:schemeClr val="bg1"/>
                </a:solidFill>
              </a:rPr>
              <a:t>dataset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401FCD1-5C26-813A-7F93-09482DE5D620}"/>
              </a:ext>
            </a:extLst>
          </p:cNvPr>
          <p:cNvCxnSpPr>
            <a:endCxn id="12" idx="1"/>
          </p:cNvCxnSpPr>
          <p:nvPr/>
        </p:nvCxnSpPr>
        <p:spPr>
          <a:xfrm flipV="1">
            <a:off x="6702725" y="1432695"/>
            <a:ext cx="1502069" cy="69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CA709DF-B73A-7A50-039F-4830B07D8972}"/>
              </a:ext>
            </a:extLst>
          </p:cNvPr>
          <p:cNvCxnSpPr>
            <a:endCxn id="12" idx="2"/>
          </p:cNvCxnSpPr>
          <p:nvPr/>
        </p:nvCxnSpPr>
        <p:spPr>
          <a:xfrm flipV="1">
            <a:off x="8645107" y="1617361"/>
            <a:ext cx="0" cy="50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0593E90-ECC5-BA83-ED31-9CF232100A24}"/>
              </a:ext>
            </a:extLst>
          </p:cNvPr>
          <p:cNvSpPr txBox="1"/>
          <p:nvPr/>
        </p:nvSpPr>
        <p:spPr>
          <a:xfrm>
            <a:off x="215659" y="4299783"/>
            <a:ext cx="4244197" cy="120032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{</a:t>
            </a:r>
            <a:r>
              <a:rPr lang="es-AR" dirty="0" err="1"/>
              <a:t>metodos</a:t>
            </a:r>
            <a:r>
              <a:rPr lang="es-AR" dirty="0"/>
              <a:t>}::</a:t>
            </a:r>
          </a:p>
          <a:p>
            <a:pPr algn="ctr"/>
            <a:r>
              <a:rPr lang="es-AR" dirty="0"/>
              <a:t>[</a:t>
            </a:r>
            <a:r>
              <a:rPr lang="es-AR" b="1" dirty="0">
                <a:solidFill>
                  <a:srgbClr val="0070C0"/>
                </a:solidFill>
              </a:rPr>
              <a:t>visibilidad</a:t>
            </a:r>
            <a:r>
              <a:rPr lang="es-AR" dirty="0"/>
              <a:t>] </a:t>
            </a:r>
            <a:r>
              <a:rPr lang="es-AR" i="1" dirty="0" err="1"/>
              <a:t>nomb_metodo</a:t>
            </a:r>
            <a:r>
              <a:rPr lang="es-AR" i="1" dirty="0"/>
              <a:t> </a:t>
            </a:r>
            <a:r>
              <a:rPr lang="es-AR" dirty="0"/>
              <a:t>( </a:t>
            </a:r>
            <a:r>
              <a:rPr lang="es-AR" dirty="0">
                <a:highlight>
                  <a:srgbClr val="FFFF00"/>
                </a:highlight>
              </a:rPr>
              <a:t>{</a:t>
            </a:r>
            <a:r>
              <a:rPr lang="es-AR" dirty="0" err="1">
                <a:highlight>
                  <a:srgbClr val="FFFF00"/>
                </a:highlight>
              </a:rPr>
              <a:t>lista_parámetros</a:t>
            </a:r>
            <a:r>
              <a:rPr lang="es-AR" dirty="0">
                <a:highlight>
                  <a:srgbClr val="FFFF00"/>
                </a:highlight>
              </a:rPr>
              <a:t> ::</a:t>
            </a:r>
            <a:r>
              <a:rPr lang="es-AR" dirty="0" err="1">
                <a:highlight>
                  <a:srgbClr val="FFFF00"/>
                </a:highlight>
              </a:rPr>
              <a:t>nombre_parametro</a:t>
            </a:r>
            <a:r>
              <a:rPr lang="es-AR" i="1" dirty="0">
                <a:highlight>
                  <a:srgbClr val="FFFF00"/>
                </a:highlight>
              </a:rPr>
              <a:t> </a:t>
            </a:r>
            <a:r>
              <a:rPr lang="es-AR" dirty="0">
                <a:highlight>
                  <a:srgbClr val="FFFF00"/>
                </a:highlight>
              </a:rPr>
              <a:t>&lt;</a:t>
            </a:r>
            <a:r>
              <a:rPr lang="es-AR" b="1" dirty="0">
                <a:highlight>
                  <a:srgbClr val="FFFF00"/>
                </a:highlight>
              </a:rPr>
              <a:t>tipo de datos</a:t>
            </a:r>
            <a:r>
              <a:rPr lang="es-AR" dirty="0">
                <a:highlight>
                  <a:srgbClr val="FFFF00"/>
                </a:highlight>
              </a:rPr>
              <a:t>&gt;}</a:t>
            </a:r>
            <a:r>
              <a:rPr lang="es-AR" dirty="0"/>
              <a:t>)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505A4F3C-B64A-7673-FC59-655F52064221}"/>
              </a:ext>
            </a:extLst>
          </p:cNvPr>
          <p:cNvCxnSpPr>
            <a:stCxn id="4" idx="3"/>
            <a:endCxn id="9" idx="0"/>
          </p:cNvCxnSpPr>
          <p:nvPr/>
        </p:nvCxnSpPr>
        <p:spPr>
          <a:xfrm>
            <a:off x="4459857" y="702251"/>
            <a:ext cx="1060418" cy="4588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725F9DA-881C-33CA-3D5D-0F7AB7F1C148}"/>
              </a:ext>
            </a:extLst>
          </p:cNvPr>
          <p:cNvCxnSpPr/>
          <p:nvPr/>
        </p:nvCxnSpPr>
        <p:spPr>
          <a:xfrm>
            <a:off x="595223" y="1617361"/>
            <a:ext cx="0" cy="1376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B537012-D0A1-7C9D-4EDF-382E37AAE1D6}"/>
              </a:ext>
            </a:extLst>
          </p:cNvPr>
          <p:cNvSpPr txBox="1"/>
          <p:nvPr/>
        </p:nvSpPr>
        <p:spPr>
          <a:xfrm>
            <a:off x="897147" y="2631057"/>
            <a:ext cx="3623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+ public &gt; R/W</a:t>
            </a:r>
          </a:p>
          <a:p>
            <a:r>
              <a:rPr lang="es-AR" dirty="0"/>
              <a:t># protected (?)</a:t>
            </a:r>
          </a:p>
          <a:p>
            <a:r>
              <a:rPr lang="es-AR" dirty="0"/>
              <a:t>- </a:t>
            </a:r>
            <a:r>
              <a:rPr lang="es-AR" dirty="0" err="1"/>
              <a:t>private</a:t>
            </a:r>
            <a:r>
              <a:rPr lang="es-AR" dirty="0"/>
              <a:t> &gt; </a:t>
            </a:r>
            <a:r>
              <a:rPr lang="es-AR" strike="sngStrike" dirty="0"/>
              <a:t>R/W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556D9A1-2AC3-BAA4-9B32-26CD56AED1B0}"/>
              </a:ext>
            </a:extLst>
          </p:cNvPr>
          <p:cNvCxnSpPr/>
          <p:nvPr/>
        </p:nvCxnSpPr>
        <p:spPr>
          <a:xfrm flipV="1">
            <a:off x="1535502" y="3554387"/>
            <a:ext cx="0" cy="1069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0A493FE-DEA6-2548-DEAA-B7EA0B968557}"/>
              </a:ext>
            </a:extLst>
          </p:cNvPr>
          <p:cNvSpPr txBox="1"/>
          <p:nvPr/>
        </p:nvSpPr>
        <p:spPr>
          <a:xfrm>
            <a:off x="8402128" y="207034"/>
            <a:ext cx="3574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2800" b="1" dirty="0"/>
              <a:t>“Ortodoxa” - OOP</a:t>
            </a:r>
          </a:p>
        </p:txBody>
      </p:sp>
    </p:spTree>
    <p:extLst>
      <p:ext uri="{BB962C8B-B14F-4D97-AF65-F5344CB8AC3E}">
        <p14:creationId xmlns:p14="http://schemas.microsoft.com/office/powerpoint/2010/main" val="173567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8E32-943B-B6FA-473E-923B8AC6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38064C-DD0C-0343-1704-E95BA42E5D6A}"/>
              </a:ext>
            </a:extLst>
          </p:cNvPr>
          <p:cNvSpPr/>
          <p:nvPr/>
        </p:nvSpPr>
        <p:spPr>
          <a:xfrm>
            <a:off x="5115464" y="931651"/>
            <a:ext cx="6860876" cy="583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E233D24-EF68-B18E-DDF5-FECECB7D42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230519"/>
              </p:ext>
            </p:extLst>
          </p:nvPr>
        </p:nvGraphicFramePr>
        <p:xfrm>
          <a:off x="5719312" y="2494140"/>
          <a:ext cx="6019321" cy="3878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214D7732-35DB-F61A-34B2-E0F283F50C93}"/>
              </a:ext>
            </a:extLst>
          </p:cNvPr>
          <p:cNvSpPr txBox="1"/>
          <p:nvPr/>
        </p:nvSpPr>
        <p:spPr>
          <a:xfrm>
            <a:off x="5193102" y="1531985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/>
              <a:t>main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C8ACF7-468C-14C4-EF2F-568E8BD3F2E7}"/>
              </a:ext>
            </a:extLst>
          </p:cNvPr>
          <p:cNvSpPr txBox="1"/>
          <p:nvPr/>
        </p:nvSpPr>
        <p:spPr>
          <a:xfrm>
            <a:off x="5278999" y="998755"/>
            <a:ext cx="88062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s-AR" dirty="0">
                <a:solidFill>
                  <a:schemeClr val="bg1"/>
                </a:solidFill>
              </a:rPr>
              <a:t>dataset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2D071F-6371-102F-E848-64CDD706524F}"/>
              </a:ext>
            </a:extLst>
          </p:cNvPr>
          <p:cNvCxnSpPr/>
          <p:nvPr/>
        </p:nvCxnSpPr>
        <p:spPr>
          <a:xfrm>
            <a:off x="5115464" y="1457862"/>
            <a:ext cx="6860876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: curvado 9">
            <a:extLst>
              <a:ext uri="{FF2B5EF4-FFF2-40B4-BE49-F238E27FC236}">
                <a16:creationId xmlns:a16="http://schemas.microsoft.com/office/drawing/2014/main" id="{E374CFFB-A977-AB5B-F7A1-FE72AD1CCA47}"/>
              </a:ext>
            </a:extLst>
          </p:cNvPr>
          <p:cNvCxnSpPr>
            <a:stCxn id="12" idx="1"/>
            <a:endCxn id="9" idx="1"/>
          </p:cNvCxnSpPr>
          <p:nvPr/>
        </p:nvCxnSpPr>
        <p:spPr>
          <a:xfrm rot="10800000" flipV="1">
            <a:off x="5193103" y="1183421"/>
            <a:ext cx="85897" cy="533230"/>
          </a:xfrm>
          <a:prstGeom prst="curvedConnector3">
            <a:avLst>
              <a:gd name="adj1" fmla="val 3661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80367A05-AE2E-40A6-DF1B-5A31E679EB4F}"/>
              </a:ext>
            </a:extLst>
          </p:cNvPr>
          <p:cNvCxnSpPr>
            <a:stCxn id="12" idx="3"/>
          </p:cNvCxnSpPr>
          <p:nvPr/>
        </p:nvCxnSpPr>
        <p:spPr>
          <a:xfrm>
            <a:off x="6159625" y="1183421"/>
            <a:ext cx="474088" cy="131071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B0459C67-3E2F-9BD4-60B2-241A813166A7}"/>
              </a:ext>
            </a:extLst>
          </p:cNvPr>
          <p:cNvCxnSpPr>
            <a:endCxn id="7" idx="0"/>
          </p:cNvCxnSpPr>
          <p:nvPr/>
        </p:nvCxnSpPr>
        <p:spPr>
          <a:xfrm>
            <a:off x="6159625" y="1183420"/>
            <a:ext cx="2569347" cy="13107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curvado 23">
            <a:extLst>
              <a:ext uri="{FF2B5EF4-FFF2-40B4-BE49-F238E27FC236}">
                <a16:creationId xmlns:a16="http://schemas.microsoft.com/office/drawing/2014/main" id="{4F0D03A6-2CF0-A57B-F38A-AEB92E18309E}"/>
              </a:ext>
            </a:extLst>
          </p:cNvPr>
          <p:cNvCxnSpPr/>
          <p:nvPr/>
        </p:nvCxnSpPr>
        <p:spPr>
          <a:xfrm>
            <a:off x="6159625" y="1183420"/>
            <a:ext cx="4688130" cy="1310720"/>
          </a:xfrm>
          <a:prstGeom prst="curvedConnector3">
            <a:avLst>
              <a:gd name="adj1" fmla="val 1000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153A64C-2D84-8056-7812-69CE3BDFCDD5}"/>
              </a:ext>
            </a:extLst>
          </p:cNvPr>
          <p:cNvSpPr txBox="1"/>
          <p:nvPr/>
        </p:nvSpPr>
        <p:spPr>
          <a:xfrm>
            <a:off x="8402128" y="207034"/>
            <a:ext cx="3574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sz="2800" b="1" dirty="0"/>
              <a:t>Visibilidad “global”</a:t>
            </a:r>
          </a:p>
        </p:txBody>
      </p:sp>
    </p:spTree>
    <p:extLst>
      <p:ext uri="{BB962C8B-B14F-4D97-AF65-F5344CB8AC3E}">
        <p14:creationId xmlns:p14="http://schemas.microsoft.com/office/powerpoint/2010/main" val="330997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E7133FC-5C58-B1F8-4D53-6A3E46A66726}"/>
              </a:ext>
            </a:extLst>
          </p:cNvPr>
          <p:cNvSpPr txBox="1"/>
          <p:nvPr/>
        </p:nvSpPr>
        <p:spPr>
          <a:xfrm>
            <a:off x="1138688" y="500332"/>
            <a:ext cx="191506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Clase 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CD68F-4C4C-2DDD-1494-84F2BC456637}"/>
              </a:ext>
            </a:extLst>
          </p:cNvPr>
          <p:cNvSpPr txBox="1"/>
          <p:nvPr/>
        </p:nvSpPr>
        <p:spPr>
          <a:xfrm>
            <a:off x="1138688" y="904168"/>
            <a:ext cx="191506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{Atributos}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7D054B1-E635-2E6E-A261-E1C4F4914F16}"/>
              </a:ext>
            </a:extLst>
          </p:cNvPr>
          <p:cNvSpPr txBox="1"/>
          <p:nvPr/>
        </p:nvSpPr>
        <p:spPr>
          <a:xfrm>
            <a:off x="1138688" y="1308004"/>
            <a:ext cx="191506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{Métodos}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C0DE0A-F877-59CE-8C1C-E0C71B8C9695}"/>
              </a:ext>
            </a:extLst>
          </p:cNvPr>
          <p:cNvSpPr txBox="1"/>
          <p:nvPr/>
        </p:nvSpPr>
        <p:spPr>
          <a:xfrm>
            <a:off x="4827919" y="500332"/>
            <a:ext cx="19150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Clase B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0C1B68-241E-E7B2-5A43-2E9C34C26CD7}"/>
              </a:ext>
            </a:extLst>
          </p:cNvPr>
          <p:cNvSpPr txBox="1"/>
          <p:nvPr/>
        </p:nvSpPr>
        <p:spPr>
          <a:xfrm>
            <a:off x="4827919" y="904168"/>
            <a:ext cx="1915064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{Atributos}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B4C9DC-3E19-EE8B-379D-C874BEF12EE4}"/>
              </a:ext>
            </a:extLst>
          </p:cNvPr>
          <p:cNvSpPr txBox="1"/>
          <p:nvPr/>
        </p:nvSpPr>
        <p:spPr>
          <a:xfrm>
            <a:off x="4827919" y="1308004"/>
            <a:ext cx="1915064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{Métodos}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7B010E72-E37F-5DCC-FD92-A90B1E360C1A}"/>
              </a:ext>
            </a:extLst>
          </p:cNvPr>
          <p:cNvSpPr/>
          <p:nvPr/>
        </p:nvSpPr>
        <p:spPr>
          <a:xfrm>
            <a:off x="3122762" y="904168"/>
            <a:ext cx="155276" cy="8076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0AE8F8-ABA3-FC64-46F9-708437DCCF5A}"/>
              </a:ext>
            </a:extLst>
          </p:cNvPr>
          <p:cNvSpPr txBox="1"/>
          <p:nvPr/>
        </p:nvSpPr>
        <p:spPr>
          <a:xfrm>
            <a:off x="4827919" y="1711840"/>
            <a:ext cx="191506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{Atributos}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6161913-95A3-D69A-4749-373DAF9F7934}"/>
              </a:ext>
            </a:extLst>
          </p:cNvPr>
          <p:cNvSpPr txBox="1"/>
          <p:nvPr/>
        </p:nvSpPr>
        <p:spPr>
          <a:xfrm>
            <a:off x="4827919" y="2115676"/>
            <a:ext cx="1915064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1"/>
                </a:solidFill>
              </a:rPr>
              <a:t>{Métodos}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D8BAD461-BADD-F545-7D35-33925B12781E}"/>
              </a:ext>
            </a:extLst>
          </p:cNvPr>
          <p:cNvSpPr/>
          <p:nvPr/>
        </p:nvSpPr>
        <p:spPr>
          <a:xfrm>
            <a:off x="4603633" y="1677336"/>
            <a:ext cx="215661" cy="945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EB3FCAB0-C17A-D9CD-E6D8-3975600E25CA}"/>
              </a:ext>
            </a:extLst>
          </p:cNvPr>
          <p:cNvCxnSpPr>
            <a:stCxn id="15" idx="1"/>
            <a:endCxn id="20" idx="1"/>
          </p:cNvCxnSpPr>
          <p:nvPr/>
        </p:nvCxnSpPr>
        <p:spPr>
          <a:xfrm rot="10800000" flipH="1" flipV="1">
            <a:off x="3278037" y="1308004"/>
            <a:ext cx="1325595" cy="841880"/>
          </a:xfrm>
          <a:prstGeom prst="curvedConnector3">
            <a:avLst>
              <a:gd name="adj1" fmla="val 400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CC97CF-5833-E1B9-F986-9DBEFDFE0848}"/>
              </a:ext>
            </a:extLst>
          </p:cNvPr>
          <p:cNvSpPr txBox="1"/>
          <p:nvPr/>
        </p:nvSpPr>
        <p:spPr>
          <a:xfrm>
            <a:off x="2734574" y="2695955"/>
            <a:ext cx="253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b="1" dirty="0"/>
              <a:t>Herencia + Polimorfismo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045F5BC-2717-865B-4114-9522391C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290" y="3198196"/>
            <a:ext cx="3443219" cy="3328445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B2520DF8-7948-5922-72B5-25E9FFBD2903}"/>
              </a:ext>
            </a:extLst>
          </p:cNvPr>
          <p:cNvSpPr/>
          <p:nvPr/>
        </p:nvSpPr>
        <p:spPr>
          <a:xfrm>
            <a:off x="3940834" y="5719313"/>
            <a:ext cx="1122872" cy="854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F6A118E-7E1F-1C2B-1EC8-7D2E42059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50" r="75160"/>
          <a:stretch>
            <a:fillRect/>
          </a:stretch>
        </p:blipFill>
        <p:spPr>
          <a:xfrm>
            <a:off x="1138688" y="3588587"/>
            <a:ext cx="2056166" cy="2044461"/>
          </a:xfrm>
          <a:prstGeom prst="rect">
            <a:avLst/>
          </a:prstGeom>
        </p:spPr>
      </p:pic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EB915D8-5362-EAA3-D31B-3129766FC1FF}"/>
              </a:ext>
            </a:extLst>
          </p:cNvPr>
          <p:cNvCxnSpPr>
            <a:stCxn id="29" idx="3"/>
          </p:cNvCxnSpPr>
          <p:nvPr/>
        </p:nvCxnSpPr>
        <p:spPr>
          <a:xfrm flipV="1">
            <a:off x="3194854" y="4597879"/>
            <a:ext cx="1039436" cy="129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6584534-82E3-F814-6DCC-B0FB8EBEF1EB}"/>
              </a:ext>
            </a:extLst>
          </p:cNvPr>
          <p:cNvSpPr txBox="1"/>
          <p:nvPr/>
        </p:nvSpPr>
        <p:spPr>
          <a:xfrm>
            <a:off x="2769078" y="1652148"/>
            <a:ext cx="2087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i="1" dirty="0"/>
              <a:t>&lt;extends&gt;</a:t>
            </a:r>
          </a:p>
        </p:txBody>
      </p:sp>
    </p:spTree>
    <p:extLst>
      <p:ext uri="{BB962C8B-B14F-4D97-AF65-F5344CB8AC3E}">
        <p14:creationId xmlns:p14="http://schemas.microsoft.com/office/powerpoint/2010/main" val="2489257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133</Words>
  <Application>Microsoft Office PowerPoint</Application>
  <PresentationFormat>Panorámica</PresentationFormat>
  <Paragraphs>35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Pedersoli</dc:creator>
  <cp:lastModifiedBy>Patricio Pedersoli</cp:lastModifiedBy>
  <cp:revision>2</cp:revision>
  <dcterms:created xsi:type="dcterms:W3CDTF">2026-08-29T12:40:23Z</dcterms:created>
  <dcterms:modified xsi:type="dcterms:W3CDTF">2026-08-31T12:28:06Z</dcterms:modified>
</cp:coreProperties>
</file>